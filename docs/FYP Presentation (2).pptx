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20"/>
  </p:notesMasterIdLst>
  <p:sldIdLst>
    <p:sldId id="256" r:id="rId5"/>
    <p:sldId id="257" r:id="rId6"/>
    <p:sldId id="258" r:id="rId7"/>
    <p:sldId id="274" r:id="rId8"/>
    <p:sldId id="275" r:id="rId9"/>
    <p:sldId id="266" r:id="rId10"/>
    <p:sldId id="261" r:id="rId11"/>
    <p:sldId id="263" r:id="rId12"/>
    <p:sldId id="267" r:id="rId13"/>
    <p:sldId id="272" r:id="rId14"/>
    <p:sldId id="264" r:id="rId15"/>
    <p:sldId id="265" r:id="rId16"/>
    <p:sldId id="270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24F53D-90A4-79A0-BB33-87F561CE248F}" v="1020" dt="2025-10-29T20:34:06.784"/>
    <p1510:client id="{A0BE120C-5FA3-79D8-5335-5E28016561A8}" v="10" dt="2025-10-28T10:29:47.382"/>
    <p1510:client id="{D6C4D6D9-B44A-1A06-84CA-FCCEEEA5D7CF}" v="1469" dt="2025-10-27T22:50:27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5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11F2B-0B85-4D4F-BBAE-4EBBB65A04C3}" type="datetimeFigureOut"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76B19-7737-40BC-9BAC-7AF2F35813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0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565d7c642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8565d7c642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711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4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50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72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0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91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761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628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8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85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99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4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divergentinsights.com/arousal-valence-model/?srsltid=AfmBOopN-Lj6vfL9lLuqZlkzKVzjKRhhmvpsYr5TnDEkXaMdsLIMKpaa" TargetMode="External"/><Relationship Id="rId2" Type="http://schemas.openxmlformats.org/officeDocument/2006/relationships/hyperlink" Target="https://www2.hse.ie/mental-health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51ED-A976-6B27-AFDA-2F78B3B86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827" y="1166536"/>
            <a:ext cx="10336694" cy="2266123"/>
          </a:xfrm>
        </p:spPr>
        <p:txBody>
          <a:bodyPr/>
          <a:lstStyle/>
          <a:p>
            <a:r>
              <a:rPr lang="en-IE" dirty="0"/>
              <a:t>Mental Health Tracker Web App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882B7-6B4B-3650-D372-45AF72C58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950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IE" dirty="0"/>
              <a:t>Emma Myo Nyunt</a:t>
            </a:r>
          </a:p>
          <a:p>
            <a:endParaRPr lang="en-IE" dirty="0"/>
          </a:p>
          <a:p>
            <a:r>
              <a:rPr lang="en-IE" dirty="0"/>
              <a:t>Supervisor </a:t>
            </a:r>
            <a:br>
              <a:rPr lang="en-IE" dirty="0"/>
            </a:br>
            <a:r>
              <a:rPr lang="en-IE" dirty="0"/>
              <a:t>Dr Lilian G. Motti Ader</a:t>
            </a:r>
          </a:p>
          <a:p>
            <a:endParaRPr lang="en-GB" dirty="0"/>
          </a:p>
          <a:p>
            <a:r>
              <a:rPr lang="en-GB" dirty="0"/>
              <a:t>21/10/2025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7AEC1-9C7F-8B1A-A065-4776D69F7852}"/>
              </a:ext>
            </a:extLst>
          </p:cNvPr>
          <p:cNvSpPr txBox="1"/>
          <p:nvPr/>
        </p:nvSpPr>
        <p:spPr>
          <a:xfrm>
            <a:off x="3741821" y="806115"/>
            <a:ext cx="43883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E" dirty="0"/>
              <a:t>FYP Presentation – 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3158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27F75-1DBB-793F-9865-E9B13928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E8599-B802-9C5C-0FB1-8FB3BD44B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Background</a:t>
            </a:r>
          </a:p>
          <a:p>
            <a:r>
              <a:rPr lang="en-IE" dirty="0"/>
              <a:t>Objectives and target users</a:t>
            </a:r>
          </a:p>
          <a:p>
            <a:r>
              <a:rPr lang="en-IE" dirty="0"/>
              <a:t>Methods</a:t>
            </a:r>
          </a:p>
          <a:p>
            <a:r>
              <a:rPr lang="en-IE" dirty="0"/>
              <a:t>Expected results</a:t>
            </a:r>
          </a:p>
          <a:p>
            <a:r>
              <a:rPr lang="en-IE" dirty="0"/>
              <a:t>Expected impact for the users</a:t>
            </a:r>
          </a:p>
          <a:p>
            <a:r>
              <a:rPr lang="en-IE" dirty="0"/>
              <a:t>Timeline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832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3DA7-66D3-5061-7663-8EB903BA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Background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61123-0C3B-37E4-7AB9-F0D8DF87F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0090" y="1133845"/>
            <a:ext cx="10168128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IE" dirty="0"/>
              <a:t>Existing features</a:t>
            </a:r>
          </a:p>
          <a:p>
            <a:endParaRPr lang="en-IE"/>
          </a:p>
        </p:txBody>
      </p:sp>
      <p:pic>
        <p:nvPicPr>
          <p:cNvPr id="5" name="Picture 4" descr="A black and blue chart with white text&#10;&#10;AI-generated content may be incorrect.">
            <a:extLst>
              <a:ext uri="{FF2B5EF4-FFF2-40B4-BE49-F238E27FC236}">
                <a16:creationId xmlns:a16="http://schemas.microsoft.com/office/drawing/2014/main" id="{A50360D1-FEB6-7779-38D9-FA40935CD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570" y="1731932"/>
            <a:ext cx="7182029" cy="4731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27C774-9FAE-07B2-4BB5-B0687F7A7A20}"/>
              </a:ext>
            </a:extLst>
          </p:cNvPr>
          <p:cNvSpPr txBox="1"/>
          <p:nvPr/>
        </p:nvSpPr>
        <p:spPr>
          <a:xfrm>
            <a:off x="571499" y="1988343"/>
            <a:ext cx="3500437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Mental Health</a:t>
            </a:r>
            <a:r>
              <a:rPr lang="en-US" sz="2400" dirty="0"/>
              <a:t>: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rising need for improvement, post-pandemic shift</a:t>
            </a:r>
            <a:endParaRPr lang="en-US"/>
          </a:p>
          <a:p>
            <a:r>
              <a:rPr lang="en-US" sz="2800" dirty="0"/>
              <a:t>Self-care</a:t>
            </a:r>
            <a:r>
              <a:rPr lang="en-US" sz="2400" dirty="0"/>
              <a:t>: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400"/>
              <a:t>journaling, </a:t>
            </a:r>
            <a:r>
              <a:rPr lang="en-US" sz="2400" dirty="0"/>
              <a:t>mood tracking, need for mindfulness</a:t>
            </a:r>
            <a:endParaRPr lang="en-US"/>
          </a:p>
          <a:p>
            <a:r>
              <a:rPr lang="en-US" sz="2800" dirty="0"/>
              <a:t>Young adults</a:t>
            </a:r>
            <a:r>
              <a:rPr lang="en-US" sz="2400" dirty="0"/>
              <a:t>: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academic pressure, burnout </a:t>
            </a:r>
            <a:endParaRPr lang="en-US"/>
          </a:p>
          <a:p>
            <a:pPr marL="342900" indent="-342900">
              <a:buFont typeface="Arial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556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342E-9942-7A98-8306-77012FC4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8" y="548640"/>
            <a:ext cx="10168128" cy="1179576"/>
          </a:xfrm>
        </p:spPr>
        <p:txBody>
          <a:bodyPr/>
          <a:lstStyle/>
          <a:p>
            <a:r>
              <a:rPr lang="en-US" dirty="0"/>
              <a:t>Headspace</a:t>
            </a:r>
          </a:p>
        </p:txBody>
      </p:sp>
      <p:pic>
        <p:nvPicPr>
          <p:cNvPr id="7" name="Content Placeholder 6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376BFCF1-6B21-D9E3-0D2E-97B02F535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6904" y="280373"/>
            <a:ext cx="8608674" cy="62893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1F08B-F112-7A8E-DA24-2591383E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67A40-ABAC-45E1-AF49-C1B5254996BA}" type="datetime1">
              <a:t>11/25/2025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57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8D9D2-9B5E-02DB-90DB-258B2E67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8200-B30A-1CE0-4217-8A0A72F7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24" y="526553"/>
            <a:ext cx="2702737" cy="1742793"/>
          </a:xfrm>
        </p:spPr>
        <p:txBody>
          <a:bodyPr>
            <a:normAutofit/>
          </a:bodyPr>
          <a:lstStyle/>
          <a:p>
            <a:r>
              <a:rPr lang="en-US" sz="3600" dirty="0"/>
              <a:t>Mental Health Journal</a:t>
            </a:r>
            <a:endParaRPr lang="en-US" sz="3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9A432-817B-B0D2-3906-998355A46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67A40-ABAC-45E1-AF49-C1B5254996BA}" type="datetime1">
              <a:t>11/25/2025</a:t>
            </a:fld>
            <a:endParaRPr lang="en-US" dirty="0"/>
          </a:p>
        </p:txBody>
      </p:sp>
      <p:pic>
        <p:nvPicPr>
          <p:cNvPr id="3" name="Picture 2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2838A17C-33D6-0509-EF0E-1037DA341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208" y="148603"/>
            <a:ext cx="9119151" cy="649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9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A957-75BF-72AF-3B0A-8BE50185C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6D10-26FE-955C-D70C-8D834FC4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Background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6BA5-B4E5-AC09-008F-05A1E885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323" y="2046703"/>
            <a:ext cx="5711146" cy="45280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dirty="0"/>
              <a:t>Gaps I want to address:</a:t>
            </a:r>
          </a:p>
          <a:p>
            <a:r>
              <a:rPr lang="en-IE" sz="2400" dirty="0"/>
              <a:t>Mixed emotions</a:t>
            </a:r>
          </a:p>
          <a:p>
            <a:r>
              <a:rPr lang="en-IE" sz="2400" dirty="0"/>
              <a:t>Mobile-only access</a:t>
            </a:r>
          </a:p>
          <a:p>
            <a:r>
              <a:rPr lang="en-IE" sz="2400" dirty="0"/>
              <a:t>Subscription barriers</a:t>
            </a:r>
          </a:p>
          <a:p>
            <a:pPr marL="0" indent="0">
              <a:buNone/>
            </a:pPr>
            <a:r>
              <a:rPr lang="en-IE" dirty="0"/>
              <a:t>Arousal-Valence Model:</a:t>
            </a:r>
          </a:p>
          <a:p>
            <a:r>
              <a:rPr lang="en-IE" sz="2400" dirty="0"/>
              <a:t>Identifying and solving mixed emotions</a:t>
            </a:r>
          </a:p>
          <a:p>
            <a:r>
              <a:rPr lang="en-IE" sz="2400" dirty="0"/>
              <a:t>Colours? Emojis?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C4700-DB86-39B5-ED7D-30EA21D90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627" y="262207"/>
            <a:ext cx="4989122" cy="631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0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DFC3C-AD39-160A-97D6-682C83A2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D6E9A-5109-1B26-323B-C4222ED4B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IE" dirty="0"/>
              <a:t>Build a responsive web app</a:t>
            </a:r>
          </a:p>
          <a:p>
            <a:r>
              <a:rPr lang="en-IE" dirty="0"/>
              <a:t>Log moods, journaling</a:t>
            </a:r>
          </a:p>
          <a:p>
            <a:r>
              <a:rPr lang="en-IE" dirty="0"/>
              <a:t>Visual summaries</a:t>
            </a:r>
          </a:p>
          <a:p>
            <a:r>
              <a:rPr lang="en-IE" dirty="0"/>
              <a:t>Self-care tips (no psychological ed. Ref to HSE)</a:t>
            </a:r>
          </a:p>
          <a:p>
            <a:r>
              <a:rPr lang="en-IE" dirty="0"/>
              <a:t>Aiming for simplicity, privacy, personalization</a:t>
            </a:r>
          </a:p>
          <a:p>
            <a:endParaRPr lang="en-IE" dirty="0"/>
          </a:p>
          <a:p>
            <a:r>
              <a:rPr lang="en-IE" dirty="0"/>
              <a:t>Target users: students and young adults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664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32BE0-49D6-9FB6-ED37-C884F7C6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Methods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3EE1E-7580-1037-DBF3-3EB38C711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474" y="1917307"/>
            <a:ext cx="10168128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dirty="0"/>
              <a:t>Use analysis of existing apps and literature</a:t>
            </a:r>
          </a:p>
          <a:p>
            <a:r>
              <a:rPr lang="en-IE" dirty="0"/>
              <a:t>User research: studies of recent similar projects, what they actually want</a:t>
            </a:r>
          </a:p>
          <a:p>
            <a:r>
              <a:rPr lang="en-IE" dirty="0"/>
              <a:t>Development:</a:t>
            </a:r>
            <a:br>
              <a:rPr lang="en-IE" dirty="0"/>
            </a:br>
            <a:r>
              <a:rPr lang="en-IE" dirty="0"/>
              <a:t>Flask, HTML, CSS, JavaScript and Chart.js,</a:t>
            </a:r>
            <a:br>
              <a:rPr lang="en-IE" dirty="0"/>
            </a:br>
            <a:r>
              <a:rPr lang="en-IE" dirty="0"/>
              <a:t>Hosting on Render for web app,</a:t>
            </a:r>
            <a:br>
              <a:rPr lang="en-IE" dirty="0"/>
            </a:br>
            <a:r>
              <a:rPr lang="en-IE" dirty="0"/>
              <a:t>Continuous testing alongside development.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41227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B9789-3A4B-573D-769B-83625FC4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164E6-5C67-5F7D-ECF3-944E619B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Methods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C5048-4EB2-2C16-782C-56FF93BE8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5" y="1586628"/>
            <a:ext cx="10168128" cy="36941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sz="3100" dirty="0"/>
              <a:t>Prototype testing</a:t>
            </a:r>
          </a:p>
          <a:p>
            <a:r>
              <a:rPr lang="en-IE" sz="3100" dirty="0"/>
              <a:t>Task 1: Sample entries</a:t>
            </a:r>
          </a:p>
          <a:p>
            <a:r>
              <a:rPr lang="en-IE" sz="3100" dirty="0"/>
              <a:t>Task 2: Navigating the dashboard</a:t>
            </a:r>
            <a:endParaRPr lang="en-IE" dirty="0"/>
          </a:p>
          <a:p>
            <a:r>
              <a:rPr lang="en-IE" sz="3100" dirty="0"/>
              <a:t>Task 3: Wanted features</a:t>
            </a:r>
          </a:p>
          <a:p>
            <a:r>
              <a:rPr lang="en-IE" sz="3100" dirty="0"/>
              <a:t>Task 4: Testing arousal-valence (mixed emotions)</a:t>
            </a:r>
          </a:p>
          <a:p>
            <a:pPr marL="0" indent="0">
              <a:buNone/>
            </a:pPr>
            <a:endParaRPr lang="en-IE" sz="3100" dirty="0"/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3976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7D12-D180-C9C2-6853-8DB2F39C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433621"/>
            <a:ext cx="10168128" cy="1179576"/>
          </a:xfrm>
        </p:spPr>
        <p:txBody>
          <a:bodyPr/>
          <a:lstStyle/>
          <a:p>
            <a:r>
              <a:rPr lang="en-US" dirty="0"/>
              <a:t>Some work to 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37B72-2A9A-A992-2C2D-62A158818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1257A-F80D-4633-BF04-C26327AA07C0}" type="datetime1">
              <a:t>11/25/2025</a:t>
            </a:fld>
            <a:endParaRPr lang="en-US" dirty="0"/>
          </a:p>
        </p:txBody>
      </p:sp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3F5BFF9D-6B0B-CBBC-A834-3D9707F22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37" y="1410406"/>
            <a:ext cx="10409208" cy="544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77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463B-F5BD-E8E4-BEB9-814B5C0E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Expected 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468A-2663-A72E-2C6E-10EC54313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474" y="1716024"/>
            <a:ext cx="8658506" cy="370855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E" dirty="0"/>
              <a:t>What the final product would be (possible formats/look/feel)</a:t>
            </a:r>
            <a:endParaRPr lang="en-US"/>
          </a:p>
          <a:p>
            <a:r>
              <a:rPr lang="en-IE" dirty="0"/>
              <a:t>Functional web app</a:t>
            </a:r>
          </a:p>
          <a:p>
            <a:r>
              <a:rPr lang="en-IE" dirty="0"/>
              <a:t>Dashboard, charts, summaries</a:t>
            </a:r>
          </a:p>
          <a:p>
            <a:r>
              <a:rPr lang="en-IE" dirty="0"/>
              <a:t>Clean, responsive UI</a:t>
            </a:r>
          </a:p>
          <a:p>
            <a:r>
              <a:rPr lang="en-IE" dirty="0"/>
              <a:t>Comforting, soft colours</a:t>
            </a:r>
          </a:p>
          <a:p>
            <a:r>
              <a:rPr lang="en-IE" dirty="0"/>
              <a:t>Gaps filled: Mixed emotions, </a:t>
            </a:r>
            <a:r>
              <a:rPr lang="en-IE" sz="3000" dirty="0"/>
              <a:t>mobile-only access, subscription barriers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3F92073-8A13-1BBA-C7C7-2F3436A6A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38" y="133350"/>
            <a:ext cx="2352675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79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C0EB-ACFC-1973-1263-F318CA8E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Expected impact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FFEBF-2557-E36E-C370-3213A439A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dirty="0"/>
              <a:t>Why this project is important, what would it bring to the users:</a:t>
            </a:r>
          </a:p>
          <a:p>
            <a:r>
              <a:rPr lang="en-IE" dirty="0"/>
              <a:t>Encourages emotional awareness</a:t>
            </a:r>
          </a:p>
          <a:p>
            <a:r>
              <a:rPr lang="en-IE" dirty="0"/>
              <a:t>Free and accessible</a:t>
            </a:r>
          </a:p>
          <a:p>
            <a:r>
              <a:rPr lang="en-IE" dirty="0"/>
              <a:t>Increase in poor mental health in students/young adults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49300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"/>
          <p:cNvSpPr/>
          <p:nvPr/>
        </p:nvSpPr>
        <p:spPr>
          <a:xfrm>
            <a:off x="3793551" y="-45199"/>
            <a:ext cx="62365" cy="6938396"/>
          </a:xfrm>
          <a:custGeom>
            <a:avLst/>
            <a:gdLst/>
            <a:ahLst/>
            <a:cxnLst/>
            <a:rect l="l" t="t" r="r" b="b"/>
            <a:pathLst>
              <a:path w="1513" h="166415" extrusionOk="0">
                <a:moveTo>
                  <a:pt x="751" y="1"/>
                </a:moveTo>
                <a:cubicBezTo>
                  <a:pt x="346" y="1"/>
                  <a:pt x="1" y="334"/>
                  <a:pt x="1" y="751"/>
                </a:cubicBezTo>
                <a:lnTo>
                  <a:pt x="1" y="165664"/>
                </a:lnTo>
                <a:cubicBezTo>
                  <a:pt x="1" y="166081"/>
                  <a:pt x="334" y="166414"/>
                  <a:pt x="751" y="166414"/>
                </a:cubicBezTo>
                <a:cubicBezTo>
                  <a:pt x="1167" y="166414"/>
                  <a:pt x="1513" y="166081"/>
                  <a:pt x="1513" y="165664"/>
                </a:cubicBezTo>
                <a:lnTo>
                  <a:pt x="1513" y="751"/>
                </a:lnTo>
                <a:cubicBezTo>
                  <a:pt x="1513" y="334"/>
                  <a:pt x="1167" y="1"/>
                  <a:pt x="75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99" name="Google Shape;399;p20"/>
          <p:cNvGrpSpPr/>
          <p:nvPr/>
        </p:nvGrpSpPr>
        <p:grpSpPr>
          <a:xfrm>
            <a:off x="3631037" y="4831477"/>
            <a:ext cx="2771459" cy="1305994"/>
            <a:chOff x="2723278" y="3623609"/>
            <a:chExt cx="2078594" cy="979496"/>
          </a:xfrm>
        </p:grpSpPr>
        <p:sp>
          <p:nvSpPr>
            <p:cNvPr id="400" name="Google Shape;400;p20"/>
            <p:cNvSpPr/>
            <p:nvPr/>
          </p:nvSpPr>
          <p:spPr>
            <a:xfrm>
              <a:off x="2723278" y="3642186"/>
              <a:ext cx="1980694" cy="960919"/>
            </a:xfrm>
            <a:custGeom>
              <a:avLst/>
              <a:gdLst/>
              <a:ahLst/>
              <a:cxnLst/>
              <a:rect l="l" t="t" r="r" b="b"/>
              <a:pathLst>
                <a:path w="51793" h="25127" extrusionOk="0">
                  <a:moveTo>
                    <a:pt x="18228" y="0"/>
                  </a:moveTo>
                  <a:cubicBezTo>
                    <a:pt x="16310" y="0"/>
                    <a:pt x="14715" y="1511"/>
                    <a:pt x="14657" y="3432"/>
                  </a:cubicBezTo>
                  <a:lnTo>
                    <a:pt x="14348" y="12588"/>
                  </a:lnTo>
                  <a:cubicBezTo>
                    <a:pt x="14312" y="13696"/>
                    <a:pt x="13396" y="14565"/>
                    <a:pt x="12283" y="14565"/>
                  </a:cubicBezTo>
                  <a:cubicBezTo>
                    <a:pt x="12261" y="14565"/>
                    <a:pt x="12239" y="14565"/>
                    <a:pt x="12216" y="14564"/>
                  </a:cubicBezTo>
                  <a:lnTo>
                    <a:pt x="8871" y="14457"/>
                  </a:lnTo>
                  <a:cubicBezTo>
                    <a:pt x="8121" y="14433"/>
                    <a:pt x="7466" y="14004"/>
                    <a:pt x="7132" y="13397"/>
                  </a:cubicBezTo>
                  <a:cubicBezTo>
                    <a:pt x="6501" y="12302"/>
                    <a:pt x="5334" y="11540"/>
                    <a:pt x="3965" y="11492"/>
                  </a:cubicBezTo>
                  <a:cubicBezTo>
                    <a:pt x="3921" y="11491"/>
                    <a:pt x="3877" y="11490"/>
                    <a:pt x="3833" y="11490"/>
                  </a:cubicBezTo>
                  <a:cubicBezTo>
                    <a:pt x="1808" y="11490"/>
                    <a:pt x="130" y="13084"/>
                    <a:pt x="60" y="15100"/>
                  </a:cubicBezTo>
                  <a:cubicBezTo>
                    <a:pt x="0" y="17159"/>
                    <a:pt x="1632" y="18886"/>
                    <a:pt x="3715" y="18957"/>
                  </a:cubicBezTo>
                  <a:cubicBezTo>
                    <a:pt x="3750" y="18958"/>
                    <a:pt x="3784" y="18959"/>
                    <a:pt x="3818" y="18959"/>
                  </a:cubicBezTo>
                  <a:cubicBezTo>
                    <a:pt x="5145" y="18959"/>
                    <a:pt x="6317" y="18288"/>
                    <a:pt x="7001" y="17267"/>
                  </a:cubicBezTo>
                  <a:cubicBezTo>
                    <a:pt x="7371" y="16689"/>
                    <a:pt x="8020" y="16325"/>
                    <a:pt x="8743" y="16325"/>
                  </a:cubicBezTo>
                  <a:cubicBezTo>
                    <a:pt x="8765" y="16325"/>
                    <a:pt x="8788" y="16325"/>
                    <a:pt x="8811" y="16326"/>
                  </a:cubicBezTo>
                  <a:lnTo>
                    <a:pt x="12157" y="16433"/>
                  </a:lnTo>
                  <a:cubicBezTo>
                    <a:pt x="13300" y="16469"/>
                    <a:pt x="14193" y="17410"/>
                    <a:pt x="14157" y="18541"/>
                  </a:cubicBezTo>
                  <a:lnTo>
                    <a:pt x="14097" y="20469"/>
                  </a:lnTo>
                  <a:cubicBezTo>
                    <a:pt x="14026" y="22434"/>
                    <a:pt x="15586" y="24077"/>
                    <a:pt x="17562" y="24137"/>
                  </a:cubicBezTo>
                  <a:lnTo>
                    <a:pt x="47459" y="25125"/>
                  </a:lnTo>
                  <a:cubicBezTo>
                    <a:pt x="47496" y="25126"/>
                    <a:pt x="47533" y="25126"/>
                    <a:pt x="47570" y="25126"/>
                  </a:cubicBezTo>
                  <a:cubicBezTo>
                    <a:pt x="49509" y="25126"/>
                    <a:pt x="51103" y="23612"/>
                    <a:pt x="51174" y="21696"/>
                  </a:cubicBezTo>
                  <a:lnTo>
                    <a:pt x="51733" y="4646"/>
                  </a:lnTo>
                  <a:cubicBezTo>
                    <a:pt x="51793" y="2693"/>
                    <a:pt x="50245" y="1050"/>
                    <a:pt x="48257" y="979"/>
                  </a:cubicBezTo>
                  <a:lnTo>
                    <a:pt x="18360" y="3"/>
                  </a:lnTo>
                  <a:cubicBezTo>
                    <a:pt x="18316" y="1"/>
                    <a:pt x="18271" y="0"/>
                    <a:pt x="18228" y="0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4624272" y="3879385"/>
              <a:ext cx="177598" cy="256288"/>
            </a:xfrm>
            <a:custGeom>
              <a:avLst/>
              <a:gdLst/>
              <a:ahLst/>
              <a:cxnLst/>
              <a:rect l="l" t="t" r="r" b="b"/>
              <a:pathLst>
                <a:path w="4644" h="6025" extrusionOk="0">
                  <a:moveTo>
                    <a:pt x="0" y="0"/>
                  </a:moveTo>
                  <a:lnTo>
                    <a:pt x="0" y="6025"/>
                  </a:lnTo>
                  <a:lnTo>
                    <a:pt x="1643" y="6025"/>
                  </a:lnTo>
                  <a:cubicBezTo>
                    <a:pt x="3298" y="6025"/>
                    <a:pt x="4643" y="4668"/>
                    <a:pt x="4643" y="3013"/>
                  </a:cubicBezTo>
                  <a:cubicBezTo>
                    <a:pt x="4643" y="2179"/>
                    <a:pt x="4310" y="1429"/>
                    <a:pt x="3762" y="893"/>
                  </a:cubicBezTo>
                  <a:cubicBezTo>
                    <a:pt x="3215" y="346"/>
                    <a:pt x="2465" y="0"/>
                    <a:pt x="1643" y="0"/>
                  </a:cubicBezTo>
                  <a:close/>
                </a:path>
              </a:pathLst>
            </a:custGeom>
            <a:solidFill>
              <a:srgbClr val="6571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2725573" y="3624059"/>
              <a:ext cx="1939698" cy="923901"/>
            </a:xfrm>
            <a:custGeom>
              <a:avLst/>
              <a:gdLst/>
              <a:ahLst/>
              <a:cxnLst/>
              <a:rect l="l" t="t" r="r" b="b"/>
              <a:pathLst>
                <a:path w="50721" h="24159" extrusionOk="0">
                  <a:moveTo>
                    <a:pt x="17597" y="0"/>
                  </a:moveTo>
                  <a:cubicBezTo>
                    <a:pt x="15633" y="0"/>
                    <a:pt x="14037" y="1596"/>
                    <a:pt x="14037" y="3548"/>
                  </a:cubicBezTo>
                  <a:lnTo>
                    <a:pt x="14037" y="12716"/>
                  </a:lnTo>
                  <a:cubicBezTo>
                    <a:pt x="14037" y="13847"/>
                    <a:pt x="13121" y="14764"/>
                    <a:pt x="11990" y="14764"/>
                  </a:cubicBezTo>
                  <a:lnTo>
                    <a:pt x="8692" y="14764"/>
                  </a:lnTo>
                  <a:cubicBezTo>
                    <a:pt x="7941" y="14764"/>
                    <a:pt x="7287" y="14359"/>
                    <a:pt x="6929" y="13764"/>
                  </a:cubicBezTo>
                  <a:cubicBezTo>
                    <a:pt x="6275" y="12681"/>
                    <a:pt x="5084" y="11966"/>
                    <a:pt x="3739" y="11966"/>
                  </a:cubicBezTo>
                  <a:cubicBezTo>
                    <a:pt x="1679" y="11966"/>
                    <a:pt x="0" y="13633"/>
                    <a:pt x="0" y="15693"/>
                  </a:cubicBezTo>
                  <a:cubicBezTo>
                    <a:pt x="0" y="17753"/>
                    <a:pt x="1679" y="19431"/>
                    <a:pt x="3739" y="19431"/>
                  </a:cubicBezTo>
                  <a:cubicBezTo>
                    <a:pt x="5084" y="19431"/>
                    <a:pt x="6275" y="18705"/>
                    <a:pt x="6929" y="17633"/>
                  </a:cubicBezTo>
                  <a:cubicBezTo>
                    <a:pt x="7287" y="17026"/>
                    <a:pt x="7941" y="16633"/>
                    <a:pt x="8692" y="16633"/>
                  </a:cubicBezTo>
                  <a:lnTo>
                    <a:pt x="11990" y="16633"/>
                  </a:lnTo>
                  <a:cubicBezTo>
                    <a:pt x="13121" y="16633"/>
                    <a:pt x="14037" y="17538"/>
                    <a:pt x="14037" y="18669"/>
                  </a:cubicBezTo>
                  <a:lnTo>
                    <a:pt x="14037" y="20598"/>
                  </a:lnTo>
                  <a:cubicBezTo>
                    <a:pt x="14037" y="22563"/>
                    <a:pt x="15633" y="24158"/>
                    <a:pt x="17597" y="24158"/>
                  </a:cubicBezTo>
                  <a:lnTo>
                    <a:pt x="47173" y="24158"/>
                  </a:lnTo>
                  <a:cubicBezTo>
                    <a:pt x="49137" y="24158"/>
                    <a:pt x="50721" y="22563"/>
                    <a:pt x="50721" y="20598"/>
                  </a:cubicBezTo>
                  <a:lnTo>
                    <a:pt x="50721" y="3548"/>
                  </a:lnTo>
                  <a:cubicBezTo>
                    <a:pt x="50721" y="1596"/>
                    <a:pt x="49137" y="0"/>
                    <a:pt x="47173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2752419" y="4108053"/>
              <a:ext cx="232247" cy="232247"/>
            </a:xfrm>
            <a:custGeom>
              <a:avLst/>
              <a:gdLst/>
              <a:ahLst/>
              <a:cxnLst/>
              <a:rect l="l" t="t" r="r" b="b"/>
              <a:pathLst>
                <a:path w="6073" h="6073" extrusionOk="0">
                  <a:moveTo>
                    <a:pt x="3037" y="1"/>
                  </a:moveTo>
                  <a:cubicBezTo>
                    <a:pt x="1358" y="1"/>
                    <a:pt x="0" y="1358"/>
                    <a:pt x="0" y="3037"/>
                  </a:cubicBezTo>
                  <a:cubicBezTo>
                    <a:pt x="0" y="4716"/>
                    <a:pt x="1358" y="6073"/>
                    <a:pt x="3037" y="6073"/>
                  </a:cubicBezTo>
                  <a:cubicBezTo>
                    <a:pt x="4715" y="6073"/>
                    <a:pt x="6073" y="4716"/>
                    <a:pt x="6073" y="3037"/>
                  </a:cubicBezTo>
                  <a:cubicBezTo>
                    <a:pt x="6073" y="1358"/>
                    <a:pt x="4715" y="1"/>
                    <a:pt x="3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3195458" y="3654023"/>
              <a:ext cx="1606414" cy="368715"/>
            </a:xfrm>
            <a:custGeom>
              <a:avLst/>
              <a:gdLst/>
              <a:ahLst/>
              <a:cxnLst/>
              <a:rect l="l" t="t" r="r" b="b"/>
              <a:pathLst>
                <a:path w="42006" h="8668" extrusionOk="0">
                  <a:moveTo>
                    <a:pt x="3001" y="0"/>
                  </a:moveTo>
                  <a:cubicBezTo>
                    <a:pt x="1465" y="0"/>
                    <a:pt x="191" y="1155"/>
                    <a:pt x="12" y="2655"/>
                  </a:cubicBezTo>
                  <a:cubicBezTo>
                    <a:pt x="0" y="2774"/>
                    <a:pt x="0" y="2893"/>
                    <a:pt x="0" y="3012"/>
                  </a:cubicBezTo>
                  <a:cubicBezTo>
                    <a:pt x="0" y="4667"/>
                    <a:pt x="1346" y="6013"/>
                    <a:pt x="3001" y="6013"/>
                  </a:cubicBezTo>
                  <a:lnTo>
                    <a:pt x="39005" y="6013"/>
                  </a:lnTo>
                  <a:cubicBezTo>
                    <a:pt x="39827" y="6013"/>
                    <a:pt x="40589" y="6358"/>
                    <a:pt x="41124" y="6894"/>
                  </a:cubicBezTo>
                  <a:cubicBezTo>
                    <a:pt x="41589" y="7358"/>
                    <a:pt x="41898" y="7977"/>
                    <a:pt x="41982" y="8668"/>
                  </a:cubicBezTo>
                  <a:lnTo>
                    <a:pt x="42005" y="8311"/>
                  </a:lnTo>
                  <a:lnTo>
                    <a:pt x="42005" y="3012"/>
                  </a:lnTo>
                  <a:cubicBezTo>
                    <a:pt x="42005" y="2179"/>
                    <a:pt x="41672" y="1429"/>
                    <a:pt x="41124" y="881"/>
                  </a:cubicBezTo>
                  <a:cubicBezTo>
                    <a:pt x="40589" y="345"/>
                    <a:pt x="39827" y="0"/>
                    <a:pt x="39005" y="0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3195458" y="3623609"/>
              <a:ext cx="1606414" cy="383943"/>
            </a:xfrm>
            <a:custGeom>
              <a:avLst/>
              <a:gdLst/>
              <a:ahLst/>
              <a:cxnLst/>
              <a:rect l="l" t="t" r="r" b="b"/>
              <a:pathLst>
                <a:path w="42006" h="9026" extrusionOk="0">
                  <a:moveTo>
                    <a:pt x="3001" y="1"/>
                  </a:moveTo>
                  <a:cubicBezTo>
                    <a:pt x="1346" y="1"/>
                    <a:pt x="0" y="1346"/>
                    <a:pt x="0" y="3013"/>
                  </a:cubicBezTo>
                  <a:cubicBezTo>
                    <a:pt x="0" y="4668"/>
                    <a:pt x="1346" y="6013"/>
                    <a:pt x="3001" y="6013"/>
                  </a:cubicBezTo>
                  <a:lnTo>
                    <a:pt x="39005" y="6013"/>
                  </a:lnTo>
                  <a:cubicBezTo>
                    <a:pt x="39827" y="6013"/>
                    <a:pt x="40577" y="6359"/>
                    <a:pt x="41124" y="6906"/>
                  </a:cubicBezTo>
                  <a:cubicBezTo>
                    <a:pt x="41672" y="7442"/>
                    <a:pt x="42005" y="8192"/>
                    <a:pt x="42005" y="9026"/>
                  </a:cubicBezTo>
                  <a:lnTo>
                    <a:pt x="42005" y="3013"/>
                  </a:lnTo>
                  <a:cubicBezTo>
                    <a:pt x="42005" y="2180"/>
                    <a:pt x="41672" y="1429"/>
                    <a:pt x="41124" y="882"/>
                  </a:cubicBezTo>
                  <a:cubicBezTo>
                    <a:pt x="40577" y="346"/>
                    <a:pt x="39827" y="1"/>
                    <a:pt x="390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06" name="Google Shape;406;p20"/>
            <p:cNvSpPr txBox="1"/>
            <p:nvPr/>
          </p:nvSpPr>
          <p:spPr>
            <a:xfrm>
              <a:off x="3265722" y="3955989"/>
              <a:ext cx="1390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" sz="16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Finalization of report and project</a:t>
              </a:r>
              <a:endParaRPr lang="en" sz="1600" dirty="0">
                <a:solidFill>
                  <a:srgbClr val="434343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407" name="Google Shape;407;p20"/>
            <p:cNvSpPr txBox="1"/>
            <p:nvPr/>
          </p:nvSpPr>
          <p:spPr>
            <a:xfrm>
              <a:off x="3195450" y="3623825"/>
              <a:ext cx="1469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" sz="245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April, May</a:t>
              </a:r>
              <a:endParaRPr sz="2489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08" name="Google Shape;408;p20"/>
          <p:cNvGrpSpPr/>
          <p:nvPr/>
        </p:nvGrpSpPr>
        <p:grpSpPr>
          <a:xfrm>
            <a:off x="3631037" y="3205321"/>
            <a:ext cx="2771459" cy="1305388"/>
            <a:chOff x="2723278" y="2387425"/>
            <a:chExt cx="2078594" cy="979041"/>
          </a:xfrm>
        </p:grpSpPr>
        <p:sp>
          <p:nvSpPr>
            <p:cNvPr id="409" name="Google Shape;409;p20"/>
            <p:cNvSpPr/>
            <p:nvPr/>
          </p:nvSpPr>
          <p:spPr>
            <a:xfrm>
              <a:off x="2723278" y="2405547"/>
              <a:ext cx="1980694" cy="960919"/>
            </a:xfrm>
            <a:custGeom>
              <a:avLst/>
              <a:gdLst/>
              <a:ahLst/>
              <a:cxnLst/>
              <a:rect l="l" t="t" r="r" b="b"/>
              <a:pathLst>
                <a:path w="51793" h="25127" extrusionOk="0">
                  <a:moveTo>
                    <a:pt x="18249" y="1"/>
                  </a:moveTo>
                  <a:cubicBezTo>
                    <a:pt x="16321" y="1"/>
                    <a:pt x="14715" y="1515"/>
                    <a:pt x="14657" y="3431"/>
                  </a:cubicBezTo>
                  <a:lnTo>
                    <a:pt x="14348" y="12599"/>
                  </a:lnTo>
                  <a:cubicBezTo>
                    <a:pt x="14312" y="13708"/>
                    <a:pt x="13396" y="14577"/>
                    <a:pt x="12283" y="14577"/>
                  </a:cubicBezTo>
                  <a:cubicBezTo>
                    <a:pt x="12261" y="14577"/>
                    <a:pt x="12239" y="14576"/>
                    <a:pt x="12216" y="14576"/>
                  </a:cubicBezTo>
                  <a:lnTo>
                    <a:pt x="8871" y="14468"/>
                  </a:lnTo>
                  <a:cubicBezTo>
                    <a:pt x="8121" y="14433"/>
                    <a:pt x="7466" y="14016"/>
                    <a:pt x="7132" y="13397"/>
                  </a:cubicBezTo>
                  <a:cubicBezTo>
                    <a:pt x="6501" y="12301"/>
                    <a:pt x="5334" y="11539"/>
                    <a:pt x="3965" y="11504"/>
                  </a:cubicBezTo>
                  <a:cubicBezTo>
                    <a:pt x="3921" y="11502"/>
                    <a:pt x="3876" y="11501"/>
                    <a:pt x="3832" y="11501"/>
                  </a:cubicBezTo>
                  <a:cubicBezTo>
                    <a:pt x="1807" y="11501"/>
                    <a:pt x="130" y="13084"/>
                    <a:pt x="60" y="15099"/>
                  </a:cubicBezTo>
                  <a:cubicBezTo>
                    <a:pt x="0" y="17159"/>
                    <a:pt x="1632" y="18886"/>
                    <a:pt x="3715" y="18957"/>
                  </a:cubicBezTo>
                  <a:cubicBezTo>
                    <a:pt x="3760" y="18959"/>
                    <a:pt x="3806" y="18959"/>
                    <a:pt x="3850" y="18959"/>
                  </a:cubicBezTo>
                  <a:cubicBezTo>
                    <a:pt x="5164" y="18959"/>
                    <a:pt x="6322" y="18291"/>
                    <a:pt x="7001" y="17266"/>
                  </a:cubicBezTo>
                  <a:cubicBezTo>
                    <a:pt x="7371" y="16700"/>
                    <a:pt x="8021" y="16325"/>
                    <a:pt x="8745" y="16325"/>
                  </a:cubicBezTo>
                  <a:cubicBezTo>
                    <a:pt x="8767" y="16325"/>
                    <a:pt x="8789" y="16325"/>
                    <a:pt x="8811" y="16326"/>
                  </a:cubicBezTo>
                  <a:lnTo>
                    <a:pt x="12157" y="16433"/>
                  </a:lnTo>
                  <a:cubicBezTo>
                    <a:pt x="13300" y="16469"/>
                    <a:pt x="14193" y="17421"/>
                    <a:pt x="14157" y="18540"/>
                  </a:cubicBezTo>
                  <a:lnTo>
                    <a:pt x="14097" y="20481"/>
                  </a:lnTo>
                  <a:cubicBezTo>
                    <a:pt x="14026" y="22434"/>
                    <a:pt x="15586" y="24077"/>
                    <a:pt x="17562" y="24148"/>
                  </a:cubicBezTo>
                  <a:lnTo>
                    <a:pt x="47459" y="25124"/>
                  </a:lnTo>
                  <a:cubicBezTo>
                    <a:pt x="47503" y="25126"/>
                    <a:pt x="47548" y="25127"/>
                    <a:pt x="47592" y="25127"/>
                  </a:cubicBezTo>
                  <a:cubicBezTo>
                    <a:pt x="49520" y="25127"/>
                    <a:pt x="51104" y="23616"/>
                    <a:pt x="51174" y="21695"/>
                  </a:cubicBezTo>
                  <a:lnTo>
                    <a:pt x="51733" y="4658"/>
                  </a:lnTo>
                  <a:cubicBezTo>
                    <a:pt x="51793" y="2693"/>
                    <a:pt x="50245" y="1050"/>
                    <a:pt x="48257" y="991"/>
                  </a:cubicBezTo>
                  <a:lnTo>
                    <a:pt x="18360" y="2"/>
                  </a:lnTo>
                  <a:cubicBezTo>
                    <a:pt x="18323" y="1"/>
                    <a:pt x="18286" y="1"/>
                    <a:pt x="18249" y="1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4624272" y="2643417"/>
              <a:ext cx="177598" cy="256076"/>
            </a:xfrm>
            <a:custGeom>
              <a:avLst/>
              <a:gdLst/>
              <a:ahLst/>
              <a:cxnLst/>
              <a:rect l="l" t="t" r="r" b="b"/>
              <a:pathLst>
                <a:path w="4644" h="6014" extrusionOk="0">
                  <a:moveTo>
                    <a:pt x="0" y="1"/>
                  </a:moveTo>
                  <a:lnTo>
                    <a:pt x="0" y="6014"/>
                  </a:lnTo>
                  <a:lnTo>
                    <a:pt x="1643" y="6014"/>
                  </a:lnTo>
                  <a:cubicBezTo>
                    <a:pt x="3298" y="6014"/>
                    <a:pt x="4643" y="4668"/>
                    <a:pt x="4643" y="3001"/>
                  </a:cubicBezTo>
                  <a:cubicBezTo>
                    <a:pt x="4643" y="2180"/>
                    <a:pt x="4310" y="1430"/>
                    <a:pt x="3762" y="882"/>
                  </a:cubicBezTo>
                  <a:cubicBezTo>
                    <a:pt x="3215" y="334"/>
                    <a:pt x="2465" y="1"/>
                    <a:pt x="1643" y="1"/>
                  </a:cubicBezTo>
                  <a:close/>
                </a:path>
              </a:pathLst>
            </a:custGeom>
            <a:solidFill>
              <a:srgbClr val="1B1BB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2725573" y="2441755"/>
              <a:ext cx="1939698" cy="923442"/>
            </a:xfrm>
            <a:custGeom>
              <a:avLst/>
              <a:gdLst/>
              <a:ahLst/>
              <a:cxnLst/>
              <a:rect l="l" t="t" r="r" b="b"/>
              <a:pathLst>
                <a:path w="50721" h="24147" extrusionOk="0">
                  <a:moveTo>
                    <a:pt x="17597" y="1"/>
                  </a:moveTo>
                  <a:cubicBezTo>
                    <a:pt x="15633" y="1"/>
                    <a:pt x="14037" y="1585"/>
                    <a:pt x="14037" y="3549"/>
                  </a:cubicBezTo>
                  <a:lnTo>
                    <a:pt x="14037" y="12717"/>
                  </a:lnTo>
                  <a:cubicBezTo>
                    <a:pt x="14037" y="13848"/>
                    <a:pt x="13121" y="14765"/>
                    <a:pt x="11990" y="14765"/>
                  </a:cubicBezTo>
                  <a:lnTo>
                    <a:pt x="8692" y="14765"/>
                  </a:lnTo>
                  <a:cubicBezTo>
                    <a:pt x="7941" y="14765"/>
                    <a:pt x="7287" y="14360"/>
                    <a:pt x="6929" y="13753"/>
                  </a:cubicBezTo>
                  <a:cubicBezTo>
                    <a:pt x="6275" y="12681"/>
                    <a:pt x="5084" y="11955"/>
                    <a:pt x="3739" y="11955"/>
                  </a:cubicBezTo>
                  <a:cubicBezTo>
                    <a:pt x="1679" y="11955"/>
                    <a:pt x="0" y="13634"/>
                    <a:pt x="0" y="15693"/>
                  </a:cubicBezTo>
                  <a:cubicBezTo>
                    <a:pt x="0" y="17753"/>
                    <a:pt x="1679" y="19420"/>
                    <a:pt x="3739" y="19420"/>
                  </a:cubicBezTo>
                  <a:cubicBezTo>
                    <a:pt x="5084" y="19420"/>
                    <a:pt x="6275" y="18706"/>
                    <a:pt x="6929" y="17622"/>
                  </a:cubicBezTo>
                  <a:cubicBezTo>
                    <a:pt x="7287" y="17027"/>
                    <a:pt x="7941" y="16622"/>
                    <a:pt x="8692" y="16622"/>
                  </a:cubicBezTo>
                  <a:lnTo>
                    <a:pt x="11990" y="16622"/>
                  </a:lnTo>
                  <a:cubicBezTo>
                    <a:pt x="13121" y="16622"/>
                    <a:pt x="14037" y="17539"/>
                    <a:pt x="14037" y="18670"/>
                  </a:cubicBezTo>
                  <a:lnTo>
                    <a:pt x="14037" y="20599"/>
                  </a:lnTo>
                  <a:cubicBezTo>
                    <a:pt x="14037" y="22551"/>
                    <a:pt x="15633" y="24147"/>
                    <a:pt x="17597" y="24147"/>
                  </a:cubicBezTo>
                  <a:lnTo>
                    <a:pt x="47173" y="24147"/>
                  </a:lnTo>
                  <a:cubicBezTo>
                    <a:pt x="49137" y="24147"/>
                    <a:pt x="50721" y="22551"/>
                    <a:pt x="50721" y="20599"/>
                  </a:cubicBezTo>
                  <a:lnTo>
                    <a:pt x="50721" y="3549"/>
                  </a:lnTo>
                  <a:cubicBezTo>
                    <a:pt x="50721" y="1585"/>
                    <a:pt x="49137" y="1"/>
                    <a:pt x="47173" y="1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" sz="1600" dirty="0">
                  <a:solidFill>
                    <a:srgbClr val="434343"/>
                  </a:solidFill>
                  <a:latin typeface="Roboto"/>
                  <a:ea typeface="Roboto"/>
                  <a:cs typeface="Roboto"/>
                </a:rPr>
                <a:t>More testing, and development</a:t>
              </a:r>
              <a:endParaRPr lang="en-US" dirty="0"/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2752419" y="2871873"/>
              <a:ext cx="232247" cy="232247"/>
            </a:xfrm>
            <a:custGeom>
              <a:avLst/>
              <a:gdLst/>
              <a:ahLst/>
              <a:cxnLst/>
              <a:rect l="l" t="t" r="r" b="b"/>
              <a:pathLst>
                <a:path w="6073" h="6073" extrusionOk="0">
                  <a:moveTo>
                    <a:pt x="3037" y="0"/>
                  </a:moveTo>
                  <a:cubicBezTo>
                    <a:pt x="1358" y="0"/>
                    <a:pt x="0" y="1358"/>
                    <a:pt x="0" y="3036"/>
                  </a:cubicBezTo>
                  <a:cubicBezTo>
                    <a:pt x="0" y="4715"/>
                    <a:pt x="1358" y="6072"/>
                    <a:pt x="3037" y="6072"/>
                  </a:cubicBezTo>
                  <a:cubicBezTo>
                    <a:pt x="4715" y="6072"/>
                    <a:pt x="6073" y="4715"/>
                    <a:pt x="6073" y="3036"/>
                  </a:cubicBezTo>
                  <a:cubicBezTo>
                    <a:pt x="6073" y="1358"/>
                    <a:pt x="4715" y="0"/>
                    <a:pt x="3037" y="0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3195458" y="2417319"/>
              <a:ext cx="1606414" cy="369126"/>
            </a:xfrm>
            <a:custGeom>
              <a:avLst/>
              <a:gdLst/>
              <a:ahLst/>
              <a:cxnLst/>
              <a:rect l="l" t="t" r="r" b="b"/>
              <a:pathLst>
                <a:path w="42006" h="8669" extrusionOk="0">
                  <a:moveTo>
                    <a:pt x="3001" y="1"/>
                  </a:moveTo>
                  <a:cubicBezTo>
                    <a:pt x="1465" y="1"/>
                    <a:pt x="191" y="1168"/>
                    <a:pt x="12" y="2656"/>
                  </a:cubicBezTo>
                  <a:cubicBezTo>
                    <a:pt x="0" y="2775"/>
                    <a:pt x="0" y="2894"/>
                    <a:pt x="0" y="3013"/>
                  </a:cubicBezTo>
                  <a:cubicBezTo>
                    <a:pt x="0" y="4680"/>
                    <a:pt x="1346" y="6025"/>
                    <a:pt x="3001" y="6025"/>
                  </a:cubicBezTo>
                  <a:lnTo>
                    <a:pt x="39005" y="6025"/>
                  </a:lnTo>
                  <a:cubicBezTo>
                    <a:pt x="39827" y="6025"/>
                    <a:pt x="40589" y="6359"/>
                    <a:pt x="41124" y="6906"/>
                  </a:cubicBezTo>
                  <a:cubicBezTo>
                    <a:pt x="41589" y="7371"/>
                    <a:pt x="41898" y="7990"/>
                    <a:pt x="41982" y="8668"/>
                  </a:cubicBezTo>
                  <a:lnTo>
                    <a:pt x="42005" y="8311"/>
                  </a:lnTo>
                  <a:lnTo>
                    <a:pt x="42005" y="3013"/>
                  </a:lnTo>
                  <a:cubicBezTo>
                    <a:pt x="42005" y="2192"/>
                    <a:pt x="41672" y="1430"/>
                    <a:pt x="41124" y="894"/>
                  </a:cubicBezTo>
                  <a:cubicBezTo>
                    <a:pt x="40589" y="346"/>
                    <a:pt x="39827" y="1"/>
                    <a:pt x="39005" y="1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3195458" y="2387428"/>
              <a:ext cx="1606414" cy="383816"/>
            </a:xfrm>
            <a:custGeom>
              <a:avLst/>
              <a:gdLst/>
              <a:ahLst/>
              <a:cxnLst/>
              <a:rect l="l" t="t" r="r" b="b"/>
              <a:pathLst>
                <a:path w="42006" h="9014" extrusionOk="0">
                  <a:moveTo>
                    <a:pt x="3001" y="0"/>
                  </a:moveTo>
                  <a:cubicBezTo>
                    <a:pt x="1346" y="0"/>
                    <a:pt x="0" y="1346"/>
                    <a:pt x="0" y="3013"/>
                  </a:cubicBezTo>
                  <a:cubicBezTo>
                    <a:pt x="0" y="4668"/>
                    <a:pt x="1346" y="6013"/>
                    <a:pt x="3001" y="6013"/>
                  </a:cubicBezTo>
                  <a:lnTo>
                    <a:pt x="39005" y="6013"/>
                  </a:lnTo>
                  <a:cubicBezTo>
                    <a:pt x="39827" y="6013"/>
                    <a:pt x="40577" y="6346"/>
                    <a:pt x="41124" y="6894"/>
                  </a:cubicBezTo>
                  <a:cubicBezTo>
                    <a:pt x="41672" y="7442"/>
                    <a:pt x="42005" y="8192"/>
                    <a:pt x="42005" y="9013"/>
                  </a:cubicBezTo>
                  <a:lnTo>
                    <a:pt x="42005" y="3013"/>
                  </a:lnTo>
                  <a:cubicBezTo>
                    <a:pt x="42005" y="2179"/>
                    <a:pt x="41672" y="1429"/>
                    <a:pt x="41124" y="881"/>
                  </a:cubicBezTo>
                  <a:cubicBezTo>
                    <a:pt x="40577" y="334"/>
                    <a:pt x="39827" y="0"/>
                    <a:pt x="39005" y="0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15" name="Google Shape;415;p20"/>
            <p:cNvSpPr txBox="1"/>
            <p:nvPr/>
          </p:nvSpPr>
          <p:spPr>
            <a:xfrm>
              <a:off x="3265722" y="2715750"/>
              <a:ext cx="1390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600">
                <a:solidFill>
                  <a:srgbClr val="434343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416" name="Google Shape;416;p20"/>
            <p:cNvSpPr txBox="1"/>
            <p:nvPr/>
          </p:nvSpPr>
          <p:spPr>
            <a:xfrm>
              <a:off x="3195450" y="2387425"/>
              <a:ext cx="1469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5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February</a:t>
              </a:r>
              <a:endParaRPr sz="2489" dirty="0" err="1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17" name="Google Shape;417;p20"/>
          <p:cNvGrpSpPr/>
          <p:nvPr/>
        </p:nvGrpSpPr>
        <p:grpSpPr>
          <a:xfrm>
            <a:off x="3631037" y="1534334"/>
            <a:ext cx="2771459" cy="1305996"/>
            <a:chOff x="2723278" y="1150750"/>
            <a:chExt cx="2078594" cy="979497"/>
          </a:xfrm>
        </p:grpSpPr>
        <p:sp>
          <p:nvSpPr>
            <p:cNvPr id="418" name="Google Shape;418;p20"/>
            <p:cNvSpPr/>
            <p:nvPr/>
          </p:nvSpPr>
          <p:spPr>
            <a:xfrm>
              <a:off x="2723278" y="1169328"/>
              <a:ext cx="1980694" cy="960919"/>
            </a:xfrm>
            <a:custGeom>
              <a:avLst/>
              <a:gdLst/>
              <a:ahLst/>
              <a:cxnLst/>
              <a:rect l="l" t="t" r="r" b="b"/>
              <a:pathLst>
                <a:path w="51793" h="25127" extrusionOk="0">
                  <a:moveTo>
                    <a:pt x="18228" y="1"/>
                  </a:moveTo>
                  <a:cubicBezTo>
                    <a:pt x="16310" y="1"/>
                    <a:pt x="14715" y="1511"/>
                    <a:pt x="14657" y="3432"/>
                  </a:cubicBezTo>
                  <a:lnTo>
                    <a:pt x="14348" y="12588"/>
                  </a:lnTo>
                  <a:cubicBezTo>
                    <a:pt x="14312" y="13697"/>
                    <a:pt x="13396" y="14565"/>
                    <a:pt x="12283" y="14565"/>
                  </a:cubicBezTo>
                  <a:cubicBezTo>
                    <a:pt x="12261" y="14565"/>
                    <a:pt x="12239" y="14565"/>
                    <a:pt x="12216" y="14564"/>
                  </a:cubicBezTo>
                  <a:lnTo>
                    <a:pt x="8871" y="14457"/>
                  </a:lnTo>
                  <a:cubicBezTo>
                    <a:pt x="8121" y="14433"/>
                    <a:pt x="7466" y="14005"/>
                    <a:pt x="7132" y="13397"/>
                  </a:cubicBezTo>
                  <a:cubicBezTo>
                    <a:pt x="6501" y="12302"/>
                    <a:pt x="5334" y="11540"/>
                    <a:pt x="3965" y="11492"/>
                  </a:cubicBezTo>
                  <a:cubicBezTo>
                    <a:pt x="3921" y="11491"/>
                    <a:pt x="3877" y="11490"/>
                    <a:pt x="3833" y="11490"/>
                  </a:cubicBezTo>
                  <a:cubicBezTo>
                    <a:pt x="1808" y="11490"/>
                    <a:pt x="130" y="13084"/>
                    <a:pt x="60" y="15100"/>
                  </a:cubicBezTo>
                  <a:cubicBezTo>
                    <a:pt x="0" y="17160"/>
                    <a:pt x="1632" y="18886"/>
                    <a:pt x="3715" y="18958"/>
                  </a:cubicBezTo>
                  <a:cubicBezTo>
                    <a:pt x="3750" y="18959"/>
                    <a:pt x="3784" y="18959"/>
                    <a:pt x="3818" y="18959"/>
                  </a:cubicBezTo>
                  <a:cubicBezTo>
                    <a:pt x="5145" y="18959"/>
                    <a:pt x="6317" y="18288"/>
                    <a:pt x="7001" y="17267"/>
                  </a:cubicBezTo>
                  <a:cubicBezTo>
                    <a:pt x="7371" y="16690"/>
                    <a:pt x="8020" y="16325"/>
                    <a:pt x="8743" y="16325"/>
                  </a:cubicBezTo>
                  <a:cubicBezTo>
                    <a:pt x="8765" y="16325"/>
                    <a:pt x="8788" y="16326"/>
                    <a:pt x="8811" y="16326"/>
                  </a:cubicBezTo>
                  <a:lnTo>
                    <a:pt x="12157" y="16434"/>
                  </a:lnTo>
                  <a:cubicBezTo>
                    <a:pt x="13300" y="16469"/>
                    <a:pt x="14193" y="17410"/>
                    <a:pt x="14157" y="18541"/>
                  </a:cubicBezTo>
                  <a:lnTo>
                    <a:pt x="14097" y="20470"/>
                  </a:lnTo>
                  <a:cubicBezTo>
                    <a:pt x="14026" y="22434"/>
                    <a:pt x="15586" y="24077"/>
                    <a:pt x="17562" y="24137"/>
                  </a:cubicBezTo>
                  <a:lnTo>
                    <a:pt x="47459" y="25125"/>
                  </a:lnTo>
                  <a:cubicBezTo>
                    <a:pt x="47496" y="25126"/>
                    <a:pt x="47533" y="25127"/>
                    <a:pt x="47570" y="25127"/>
                  </a:cubicBezTo>
                  <a:cubicBezTo>
                    <a:pt x="49509" y="25127"/>
                    <a:pt x="51103" y="23612"/>
                    <a:pt x="51174" y="21696"/>
                  </a:cubicBezTo>
                  <a:lnTo>
                    <a:pt x="51733" y="4646"/>
                  </a:lnTo>
                  <a:cubicBezTo>
                    <a:pt x="51793" y="2694"/>
                    <a:pt x="50245" y="1051"/>
                    <a:pt x="48257" y="979"/>
                  </a:cubicBezTo>
                  <a:lnTo>
                    <a:pt x="18360" y="3"/>
                  </a:lnTo>
                  <a:cubicBezTo>
                    <a:pt x="18316" y="1"/>
                    <a:pt x="18271" y="1"/>
                    <a:pt x="18228" y="1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4624272" y="1406505"/>
              <a:ext cx="177598" cy="256316"/>
            </a:xfrm>
            <a:custGeom>
              <a:avLst/>
              <a:gdLst/>
              <a:ahLst/>
              <a:cxnLst/>
              <a:rect l="l" t="t" r="r" b="b"/>
              <a:pathLst>
                <a:path w="4644" h="6026" extrusionOk="0">
                  <a:moveTo>
                    <a:pt x="0" y="1"/>
                  </a:moveTo>
                  <a:lnTo>
                    <a:pt x="0" y="6025"/>
                  </a:lnTo>
                  <a:lnTo>
                    <a:pt x="1643" y="6025"/>
                  </a:lnTo>
                  <a:cubicBezTo>
                    <a:pt x="3298" y="6025"/>
                    <a:pt x="4643" y="4668"/>
                    <a:pt x="4643" y="3013"/>
                  </a:cubicBezTo>
                  <a:cubicBezTo>
                    <a:pt x="4643" y="2179"/>
                    <a:pt x="4310" y="1429"/>
                    <a:pt x="3762" y="894"/>
                  </a:cubicBezTo>
                  <a:cubicBezTo>
                    <a:pt x="3215" y="346"/>
                    <a:pt x="2465" y="1"/>
                    <a:pt x="1643" y="1"/>
                  </a:cubicBezTo>
                  <a:close/>
                </a:path>
              </a:pathLst>
            </a:custGeom>
            <a:solidFill>
              <a:srgbClr val="20C3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2725573" y="1151201"/>
              <a:ext cx="1939698" cy="923901"/>
            </a:xfrm>
            <a:custGeom>
              <a:avLst/>
              <a:gdLst/>
              <a:ahLst/>
              <a:cxnLst/>
              <a:rect l="l" t="t" r="r" b="b"/>
              <a:pathLst>
                <a:path w="50721" h="24159" extrusionOk="0">
                  <a:moveTo>
                    <a:pt x="17597" y="1"/>
                  </a:moveTo>
                  <a:cubicBezTo>
                    <a:pt x="15633" y="1"/>
                    <a:pt x="14037" y="1596"/>
                    <a:pt x="14037" y="3561"/>
                  </a:cubicBezTo>
                  <a:lnTo>
                    <a:pt x="14037" y="12717"/>
                  </a:lnTo>
                  <a:cubicBezTo>
                    <a:pt x="14037" y="13848"/>
                    <a:pt x="13121" y="14764"/>
                    <a:pt x="11990" y="14764"/>
                  </a:cubicBezTo>
                  <a:lnTo>
                    <a:pt x="8692" y="14764"/>
                  </a:lnTo>
                  <a:cubicBezTo>
                    <a:pt x="7941" y="14764"/>
                    <a:pt x="7287" y="14360"/>
                    <a:pt x="6929" y="13764"/>
                  </a:cubicBezTo>
                  <a:cubicBezTo>
                    <a:pt x="6275" y="12681"/>
                    <a:pt x="5084" y="11966"/>
                    <a:pt x="3739" y="11966"/>
                  </a:cubicBezTo>
                  <a:cubicBezTo>
                    <a:pt x="1679" y="11966"/>
                    <a:pt x="0" y="13633"/>
                    <a:pt x="0" y="15693"/>
                  </a:cubicBezTo>
                  <a:cubicBezTo>
                    <a:pt x="0" y="17753"/>
                    <a:pt x="1679" y="19432"/>
                    <a:pt x="3739" y="19432"/>
                  </a:cubicBezTo>
                  <a:cubicBezTo>
                    <a:pt x="5084" y="19432"/>
                    <a:pt x="6275" y="18705"/>
                    <a:pt x="6929" y="17634"/>
                  </a:cubicBezTo>
                  <a:cubicBezTo>
                    <a:pt x="7287" y="17027"/>
                    <a:pt x="7941" y="16634"/>
                    <a:pt x="8692" y="16634"/>
                  </a:cubicBezTo>
                  <a:lnTo>
                    <a:pt x="11990" y="16634"/>
                  </a:lnTo>
                  <a:cubicBezTo>
                    <a:pt x="13121" y="16634"/>
                    <a:pt x="14037" y="17539"/>
                    <a:pt x="14037" y="18670"/>
                  </a:cubicBezTo>
                  <a:lnTo>
                    <a:pt x="14037" y="20598"/>
                  </a:lnTo>
                  <a:cubicBezTo>
                    <a:pt x="14037" y="22563"/>
                    <a:pt x="15633" y="24158"/>
                    <a:pt x="17597" y="24158"/>
                  </a:cubicBezTo>
                  <a:lnTo>
                    <a:pt x="47173" y="24158"/>
                  </a:lnTo>
                  <a:cubicBezTo>
                    <a:pt x="49137" y="24158"/>
                    <a:pt x="50721" y="22563"/>
                    <a:pt x="50721" y="20598"/>
                  </a:cubicBezTo>
                  <a:lnTo>
                    <a:pt x="50721" y="3561"/>
                  </a:lnTo>
                  <a:cubicBezTo>
                    <a:pt x="50721" y="1596"/>
                    <a:pt x="49137" y="1"/>
                    <a:pt x="47173" y="1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2752419" y="1635195"/>
              <a:ext cx="232247" cy="232285"/>
            </a:xfrm>
            <a:custGeom>
              <a:avLst/>
              <a:gdLst/>
              <a:ahLst/>
              <a:cxnLst/>
              <a:rect l="l" t="t" r="r" b="b"/>
              <a:pathLst>
                <a:path w="6073" h="6074" extrusionOk="0">
                  <a:moveTo>
                    <a:pt x="3037" y="1"/>
                  </a:moveTo>
                  <a:cubicBezTo>
                    <a:pt x="1358" y="1"/>
                    <a:pt x="0" y="1358"/>
                    <a:pt x="0" y="3037"/>
                  </a:cubicBezTo>
                  <a:cubicBezTo>
                    <a:pt x="0" y="4716"/>
                    <a:pt x="1358" y="6073"/>
                    <a:pt x="3037" y="6073"/>
                  </a:cubicBezTo>
                  <a:cubicBezTo>
                    <a:pt x="4715" y="6073"/>
                    <a:pt x="6073" y="4716"/>
                    <a:pt x="6073" y="3037"/>
                  </a:cubicBezTo>
                  <a:cubicBezTo>
                    <a:pt x="6073" y="1358"/>
                    <a:pt x="4715" y="1"/>
                    <a:pt x="3037" y="1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3195458" y="1181162"/>
              <a:ext cx="1606414" cy="368736"/>
            </a:xfrm>
            <a:custGeom>
              <a:avLst/>
              <a:gdLst/>
              <a:ahLst/>
              <a:cxnLst/>
              <a:rect l="l" t="t" r="r" b="b"/>
              <a:pathLst>
                <a:path w="42006" h="8669" extrusionOk="0">
                  <a:moveTo>
                    <a:pt x="3001" y="0"/>
                  </a:moveTo>
                  <a:cubicBezTo>
                    <a:pt x="1465" y="0"/>
                    <a:pt x="191" y="1155"/>
                    <a:pt x="12" y="2655"/>
                  </a:cubicBezTo>
                  <a:cubicBezTo>
                    <a:pt x="0" y="2775"/>
                    <a:pt x="0" y="2894"/>
                    <a:pt x="0" y="3013"/>
                  </a:cubicBezTo>
                  <a:cubicBezTo>
                    <a:pt x="0" y="4668"/>
                    <a:pt x="1346" y="6013"/>
                    <a:pt x="3001" y="6013"/>
                  </a:cubicBezTo>
                  <a:lnTo>
                    <a:pt x="39005" y="6013"/>
                  </a:lnTo>
                  <a:cubicBezTo>
                    <a:pt x="39827" y="6013"/>
                    <a:pt x="40589" y="6358"/>
                    <a:pt x="41124" y="6894"/>
                  </a:cubicBezTo>
                  <a:cubicBezTo>
                    <a:pt x="41589" y="7358"/>
                    <a:pt x="41898" y="7978"/>
                    <a:pt x="41982" y="8668"/>
                  </a:cubicBezTo>
                  <a:lnTo>
                    <a:pt x="42005" y="8311"/>
                  </a:lnTo>
                  <a:lnTo>
                    <a:pt x="42005" y="3013"/>
                  </a:lnTo>
                  <a:cubicBezTo>
                    <a:pt x="42005" y="2179"/>
                    <a:pt x="41672" y="1429"/>
                    <a:pt x="41124" y="881"/>
                  </a:cubicBezTo>
                  <a:cubicBezTo>
                    <a:pt x="40589" y="346"/>
                    <a:pt x="39827" y="0"/>
                    <a:pt x="39005" y="0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3195458" y="1150750"/>
              <a:ext cx="1606414" cy="383921"/>
            </a:xfrm>
            <a:custGeom>
              <a:avLst/>
              <a:gdLst/>
              <a:ahLst/>
              <a:cxnLst/>
              <a:rect l="l" t="t" r="r" b="b"/>
              <a:pathLst>
                <a:path w="42006" h="9026" extrusionOk="0">
                  <a:moveTo>
                    <a:pt x="3001" y="1"/>
                  </a:moveTo>
                  <a:cubicBezTo>
                    <a:pt x="1346" y="1"/>
                    <a:pt x="0" y="1346"/>
                    <a:pt x="0" y="3013"/>
                  </a:cubicBezTo>
                  <a:cubicBezTo>
                    <a:pt x="0" y="4668"/>
                    <a:pt x="1346" y="6014"/>
                    <a:pt x="3001" y="6014"/>
                  </a:cubicBezTo>
                  <a:lnTo>
                    <a:pt x="39005" y="6014"/>
                  </a:lnTo>
                  <a:cubicBezTo>
                    <a:pt x="39827" y="6014"/>
                    <a:pt x="40577" y="6359"/>
                    <a:pt x="41124" y="6907"/>
                  </a:cubicBezTo>
                  <a:cubicBezTo>
                    <a:pt x="41672" y="7442"/>
                    <a:pt x="42005" y="8192"/>
                    <a:pt x="42005" y="9026"/>
                  </a:cubicBezTo>
                  <a:lnTo>
                    <a:pt x="42005" y="3013"/>
                  </a:lnTo>
                  <a:cubicBezTo>
                    <a:pt x="42005" y="2180"/>
                    <a:pt x="41672" y="1430"/>
                    <a:pt x="41124" y="882"/>
                  </a:cubicBezTo>
                  <a:cubicBezTo>
                    <a:pt x="40577" y="346"/>
                    <a:pt x="39827" y="1"/>
                    <a:pt x="39005" y="1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24" name="Google Shape;424;p20"/>
            <p:cNvSpPr txBox="1"/>
            <p:nvPr/>
          </p:nvSpPr>
          <p:spPr>
            <a:xfrm>
              <a:off x="3265722" y="1475500"/>
              <a:ext cx="1390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" sz="1600" dirty="0">
                  <a:solidFill>
                    <a:srgbClr val="434343"/>
                  </a:solidFill>
                  <a:latin typeface="Roboto"/>
                  <a:ea typeface="Roboto"/>
                  <a:cs typeface="Roboto"/>
                </a:rPr>
                <a:t>Begin prototype testing, web app development</a:t>
              </a:r>
            </a:p>
          </p:txBody>
        </p:sp>
        <p:sp>
          <p:nvSpPr>
            <p:cNvPr id="425" name="Google Shape;425;p20"/>
            <p:cNvSpPr txBox="1"/>
            <p:nvPr/>
          </p:nvSpPr>
          <p:spPr>
            <a:xfrm>
              <a:off x="3195450" y="1150750"/>
              <a:ext cx="1469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5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December</a:t>
              </a:r>
              <a:endParaRPr sz="2489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26" name="Google Shape;426;p20"/>
          <p:cNvGrpSpPr/>
          <p:nvPr/>
        </p:nvGrpSpPr>
        <p:grpSpPr>
          <a:xfrm>
            <a:off x="1084044" y="710533"/>
            <a:ext cx="2934368" cy="1305395"/>
            <a:chOff x="813033" y="532900"/>
            <a:chExt cx="2200776" cy="979046"/>
          </a:xfrm>
        </p:grpSpPr>
        <p:sp>
          <p:nvSpPr>
            <p:cNvPr id="427" name="Google Shape;427;p20"/>
            <p:cNvSpPr/>
            <p:nvPr/>
          </p:nvSpPr>
          <p:spPr>
            <a:xfrm>
              <a:off x="1033115" y="551027"/>
              <a:ext cx="1980694" cy="960919"/>
            </a:xfrm>
            <a:custGeom>
              <a:avLst/>
              <a:gdLst/>
              <a:ahLst/>
              <a:cxnLst/>
              <a:rect l="l" t="t" r="r" b="b"/>
              <a:pathLst>
                <a:path w="51793" h="25127" extrusionOk="0">
                  <a:moveTo>
                    <a:pt x="33544" y="1"/>
                  </a:moveTo>
                  <a:cubicBezTo>
                    <a:pt x="33507" y="1"/>
                    <a:pt x="33470" y="1"/>
                    <a:pt x="33433" y="2"/>
                  </a:cubicBezTo>
                  <a:lnTo>
                    <a:pt x="3537" y="990"/>
                  </a:lnTo>
                  <a:cubicBezTo>
                    <a:pt x="1548" y="1050"/>
                    <a:pt x="0" y="2693"/>
                    <a:pt x="60" y="4658"/>
                  </a:cubicBezTo>
                  <a:lnTo>
                    <a:pt x="620" y="21695"/>
                  </a:lnTo>
                  <a:cubicBezTo>
                    <a:pt x="690" y="23611"/>
                    <a:pt x="2284" y="25126"/>
                    <a:pt x="4211" y="25126"/>
                  </a:cubicBezTo>
                  <a:cubicBezTo>
                    <a:pt x="4248" y="25126"/>
                    <a:pt x="4285" y="25126"/>
                    <a:pt x="4322" y="25124"/>
                  </a:cubicBezTo>
                  <a:lnTo>
                    <a:pt x="34231" y="24136"/>
                  </a:lnTo>
                  <a:cubicBezTo>
                    <a:pt x="36207" y="24077"/>
                    <a:pt x="37767" y="22434"/>
                    <a:pt x="37696" y="20469"/>
                  </a:cubicBezTo>
                  <a:lnTo>
                    <a:pt x="37636" y="18540"/>
                  </a:lnTo>
                  <a:cubicBezTo>
                    <a:pt x="37600" y="17409"/>
                    <a:pt x="38493" y="16469"/>
                    <a:pt x="39636" y="16433"/>
                  </a:cubicBezTo>
                  <a:lnTo>
                    <a:pt x="42982" y="16326"/>
                  </a:lnTo>
                  <a:cubicBezTo>
                    <a:pt x="43004" y="16325"/>
                    <a:pt x="43026" y="16325"/>
                    <a:pt x="43049" y="16325"/>
                  </a:cubicBezTo>
                  <a:cubicBezTo>
                    <a:pt x="43772" y="16325"/>
                    <a:pt x="44422" y="16700"/>
                    <a:pt x="44792" y="17266"/>
                  </a:cubicBezTo>
                  <a:cubicBezTo>
                    <a:pt x="45460" y="18291"/>
                    <a:pt x="46628" y="18959"/>
                    <a:pt x="47943" y="18959"/>
                  </a:cubicBezTo>
                  <a:cubicBezTo>
                    <a:pt x="47988" y="18959"/>
                    <a:pt x="48033" y="18959"/>
                    <a:pt x="48078" y="18957"/>
                  </a:cubicBezTo>
                  <a:cubicBezTo>
                    <a:pt x="50162" y="18886"/>
                    <a:pt x="51793" y="17159"/>
                    <a:pt x="51721" y="15099"/>
                  </a:cubicBezTo>
                  <a:cubicBezTo>
                    <a:pt x="51663" y="13077"/>
                    <a:pt x="49974" y="11490"/>
                    <a:pt x="47940" y="11490"/>
                  </a:cubicBezTo>
                  <a:cubicBezTo>
                    <a:pt x="47903" y="11490"/>
                    <a:pt x="47865" y="11491"/>
                    <a:pt x="47828" y="11492"/>
                  </a:cubicBezTo>
                  <a:cubicBezTo>
                    <a:pt x="46459" y="11539"/>
                    <a:pt x="45292" y="12301"/>
                    <a:pt x="44661" y="13397"/>
                  </a:cubicBezTo>
                  <a:cubicBezTo>
                    <a:pt x="44327" y="14004"/>
                    <a:pt x="43673" y="14433"/>
                    <a:pt x="42911" y="14456"/>
                  </a:cubicBezTo>
                  <a:lnTo>
                    <a:pt x="39577" y="14575"/>
                  </a:lnTo>
                  <a:cubicBezTo>
                    <a:pt x="39555" y="14576"/>
                    <a:pt x="39533" y="14577"/>
                    <a:pt x="39511" y="14577"/>
                  </a:cubicBezTo>
                  <a:cubicBezTo>
                    <a:pt x="38397" y="14577"/>
                    <a:pt x="37480" y="13697"/>
                    <a:pt x="37434" y="12599"/>
                  </a:cubicBezTo>
                  <a:lnTo>
                    <a:pt x="37136" y="3431"/>
                  </a:lnTo>
                  <a:cubicBezTo>
                    <a:pt x="37078" y="1515"/>
                    <a:pt x="35472" y="1"/>
                    <a:pt x="33544" y="1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933838" y="788897"/>
              <a:ext cx="177598" cy="256076"/>
            </a:xfrm>
            <a:custGeom>
              <a:avLst/>
              <a:gdLst/>
              <a:ahLst/>
              <a:cxnLst/>
              <a:rect l="l" t="t" r="r" b="b"/>
              <a:pathLst>
                <a:path w="4644" h="6014" extrusionOk="0">
                  <a:moveTo>
                    <a:pt x="3001" y="1"/>
                  </a:moveTo>
                  <a:cubicBezTo>
                    <a:pt x="2168" y="1"/>
                    <a:pt x="1417" y="334"/>
                    <a:pt x="882" y="882"/>
                  </a:cubicBezTo>
                  <a:cubicBezTo>
                    <a:pt x="334" y="1418"/>
                    <a:pt x="1" y="2180"/>
                    <a:pt x="1" y="3001"/>
                  </a:cubicBezTo>
                  <a:cubicBezTo>
                    <a:pt x="1" y="4668"/>
                    <a:pt x="1346" y="6014"/>
                    <a:pt x="3001" y="6014"/>
                  </a:cubicBezTo>
                  <a:lnTo>
                    <a:pt x="4644" y="6014"/>
                  </a:lnTo>
                  <a:lnTo>
                    <a:pt x="4644" y="1"/>
                  </a:lnTo>
                  <a:close/>
                </a:path>
              </a:pathLst>
            </a:custGeom>
            <a:solidFill>
              <a:srgbClr val="EB7D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1071816" y="532900"/>
              <a:ext cx="1939277" cy="923862"/>
            </a:xfrm>
            <a:custGeom>
              <a:avLst/>
              <a:gdLst/>
              <a:ahLst/>
              <a:cxnLst/>
              <a:rect l="l" t="t" r="r" b="b"/>
              <a:pathLst>
                <a:path w="50710" h="24158" extrusionOk="0">
                  <a:moveTo>
                    <a:pt x="3549" y="0"/>
                  </a:moveTo>
                  <a:cubicBezTo>
                    <a:pt x="1584" y="0"/>
                    <a:pt x="1" y="1595"/>
                    <a:pt x="1" y="3560"/>
                  </a:cubicBezTo>
                  <a:lnTo>
                    <a:pt x="1" y="20610"/>
                  </a:lnTo>
                  <a:cubicBezTo>
                    <a:pt x="1" y="22562"/>
                    <a:pt x="1584" y="24158"/>
                    <a:pt x="3549" y="24158"/>
                  </a:cubicBezTo>
                  <a:lnTo>
                    <a:pt x="33124" y="24158"/>
                  </a:lnTo>
                  <a:cubicBezTo>
                    <a:pt x="35088" y="24158"/>
                    <a:pt x="36684" y="22562"/>
                    <a:pt x="36684" y="20610"/>
                  </a:cubicBezTo>
                  <a:lnTo>
                    <a:pt x="36684" y="18669"/>
                  </a:lnTo>
                  <a:cubicBezTo>
                    <a:pt x="36684" y="17550"/>
                    <a:pt x="37600" y="16633"/>
                    <a:pt x="38720" y="16633"/>
                  </a:cubicBezTo>
                  <a:lnTo>
                    <a:pt x="42030" y="16633"/>
                  </a:lnTo>
                  <a:cubicBezTo>
                    <a:pt x="42780" y="16633"/>
                    <a:pt x="43435" y="17038"/>
                    <a:pt x="43792" y="17633"/>
                  </a:cubicBezTo>
                  <a:cubicBezTo>
                    <a:pt x="44447" y="18705"/>
                    <a:pt x="45625" y="19431"/>
                    <a:pt x="46983" y="19431"/>
                  </a:cubicBezTo>
                  <a:cubicBezTo>
                    <a:pt x="49042" y="19431"/>
                    <a:pt x="50709" y="17752"/>
                    <a:pt x="50709" y="15692"/>
                  </a:cubicBezTo>
                  <a:cubicBezTo>
                    <a:pt x="50709" y="13633"/>
                    <a:pt x="49042" y="11966"/>
                    <a:pt x="46983" y="11966"/>
                  </a:cubicBezTo>
                  <a:cubicBezTo>
                    <a:pt x="45625" y="11966"/>
                    <a:pt x="44447" y="12692"/>
                    <a:pt x="43792" y="13764"/>
                  </a:cubicBezTo>
                  <a:cubicBezTo>
                    <a:pt x="43435" y="14359"/>
                    <a:pt x="42780" y="14764"/>
                    <a:pt x="42030" y="14764"/>
                  </a:cubicBezTo>
                  <a:lnTo>
                    <a:pt x="38720" y="14764"/>
                  </a:lnTo>
                  <a:cubicBezTo>
                    <a:pt x="37600" y="14764"/>
                    <a:pt x="36684" y="13847"/>
                    <a:pt x="36684" y="12728"/>
                  </a:cubicBezTo>
                  <a:lnTo>
                    <a:pt x="36684" y="3560"/>
                  </a:lnTo>
                  <a:cubicBezTo>
                    <a:pt x="36684" y="1595"/>
                    <a:pt x="35088" y="0"/>
                    <a:pt x="33124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2752419" y="1016894"/>
              <a:ext cx="232247" cy="232706"/>
            </a:xfrm>
            <a:custGeom>
              <a:avLst/>
              <a:gdLst/>
              <a:ahLst/>
              <a:cxnLst/>
              <a:rect l="l" t="t" r="r" b="b"/>
              <a:pathLst>
                <a:path w="6073" h="6085" extrusionOk="0">
                  <a:moveTo>
                    <a:pt x="3037" y="0"/>
                  </a:moveTo>
                  <a:cubicBezTo>
                    <a:pt x="1358" y="0"/>
                    <a:pt x="0" y="1370"/>
                    <a:pt x="0" y="3036"/>
                  </a:cubicBezTo>
                  <a:cubicBezTo>
                    <a:pt x="0" y="4715"/>
                    <a:pt x="1358" y="6084"/>
                    <a:pt x="3037" y="6084"/>
                  </a:cubicBezTo>
                  <a:cubicBezTo>
                    <a:pt x="4715" y="6084"/>
                    <a:pt x="6073" y="4715"/>
                    <a:pt x="6073" y="3036"/>
                  </a:cubicBezTo>
                  <a:cubicBezTo>
                    <a:pt x="6073" y="1370"/>
                    <a:pt x="4715" y="0"/>
                    <a:pt x="3037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935214" y="562799"/>
              <a:ext cx="1606414" cy="369126"/>
            </a:xfrm>
            <a:custGeom>
              <a:avLst/>
              <a:gdLst/>
              <a:ahLst/>
              <a:cxnLst/>
              <a:rect l="l" t="t" r="r" b="b"/>
              <a:pathLst>
                <a:path w="42006" h="8669" extrusionOk="0">
                  <a:moveTo>
                    <a:pt x="3001" y="1"/>
                  </a:moveTo>
                  <a:cubicBezTo>
                    <a:pt x="2168" y="1"/>
                    <a:pt x="1417" y="346"/>
                    <a:pt x="882" y="882"/>
                  </a:cubicBezTo>
                  <a:cubicBezTo>
                    <a:pt x="334" y="1429"/>
                    <a:pt x="1" y="2180"/>
                    <a:pt x="1" y="3013"/>
                  </a:cubicBezTo>
                  <a:lnTo>
                    <a:pt x="1" y="8311"/>
                  </a:lnTo>
                  <a:lnTo>
                    <a:pt x="24" y="8668"/>
                  </a:lnTo>
                  <a:cubicBezTo>
                    <a:pt x="108" y="7978"/>
                    <a:pt x="417" y="7371"/>
                    <a:pt x="882" y="6894"/>
                  </a:cubicBezTo>
                  <a:cubicBezTo>
                    <a:pt x="1417" y="6359"/>
                    <a:pt x="2168" y="6013"/>
                    <a:pt x="3001" y="6013"/>
                  </a:cubicBezTo>
                  <a:lnTo>
                    <a:pt x="39006" y="6013"/>
                  </a:lnTo>
                  <a:cubicBezTo>
                    <a:pt x="40660" y="6013"/>
                    <a:pt x="42006" y="4668"/>
                    <a:pt x="42006" y="3013"/>
                  </a:cubicBezTo>
                  <a:cubicBezTo>
                    <a:pt x="42006" y="2894"/>
                    <a:pt x="42006" y="2775"/>
                    <a:pt x="41982" y="2656"/>
                  </a:cubicBezTo>
                  <a:cubicBezTo>
                    <a:pt x="41815" y="1168"/>
                    <a:pt x="40541" y="1"/>
                    <a:pt x="39006" y="1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935214" y="532909"/>
              <a:ext cx="1606414" cy="383816"/>
            </a:xfrm>
            <a:custGeom>
              <a:avLst/>
              <a:gdLst/>
              <a:ahLst/>
              <a:cxnLst/>
              <a:rect l="l" t="t" r="r" b="b"/>
              <a:pathLst>
                <a:path w="42006" h="9014" extrusionOk="0">
                  <a:moveTo>
                    <a:pt x="3001" y="0"/>
                  </a:moveTo>
                  <a:cubicBezTo>
                    <a:pt x="2168" y="0"/>
                    <a:pt x="1417" y="334"/>
                    <a:pt x="882" y="881"/>
                  </a:cubicBezTo>
                  <a:cubicBezTo>
                    <a:pt x="334" y="1417"/>
                    <a:pt x="1" y="2167"/>
                    <a:pt x="1" y="3001"/>
                  </a:cubicBezTo>
                  <a:lnTo>
                    <a:pt x="1" y="9013"/>
                  </a:lnTo>
                  <a:cubicBezTo>
                    <a:pt x="1" y="8192"/>
                    <a:pt x="334" y="7430"/>
                    <a:pt x="882" y="6894"/>
                  </a:cubicBezTo>
                  <a:cubicBezTo>
                    <a:pt x="1417" y="6346"/>
                    <a:pt x="2168" y="6013"/>
                    <a:pt x="3001" y="6013"/>
                  </a:cubicBezTo>
                  <a:lnTo>
                    <a:pt x="39006" y="6013"/>
                  </a:lnTo>
                  <a:cubicBezTo>
                    <a:pt x="40660" y="6013"/>
                    <a:pt x="42006" y="4667"/>
                    <a:pt x="42006" y="3001"/>
                  </a:cubicBezTo>
                  <a:cubicBezTo>
                    <a:pt x="42006" y="1346"/>
                    <a:pt x="40660" y="0"/>
                    <a:pt x="39006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33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33" name="Google Shape;433;p20"/>
            <p:cNvSpPr txBox="1"/>
            <p:nvPr/>
          </p:nvSpPr>
          <p:spPr>
            <a:xfrm>
              <a:off x="1081172" y="857225"/>
              <a:ext cx="1390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" sz="16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Initial research and planning</a:t>
              </a:r>
              <a:endParaRPr lang="en" sz="1600" dirty="0">
                <a:solidFill>
                  <a:srgbClr val="434343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434" name="Google Shape;434;p20"/>
            <p:cNvSpPr txBox="1"/>
            <p:nvPr/>
          </p:nvSpPr>
          <p:spPr>
            <a:xfrm>
              <a:off x="813033" y="532900"/>
              <a:ext cx="1901020" cy="3098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" sz="20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October, November</a:t>
              </a:r>
              <a:endParaRPr lang="en" sz="20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</a:endParaRPr>
            </a:p>
          </p:txBody>
        </p:sp>
      </p:grpSp>
      <p:grpSp>
        <p:nvGrpSpPr>
          <p:cNvPr id="435" name="Google Shape;435;p20"/>
          <p:cNvGrpSpPr/>
          <p:nvPr/>
        </p:nvGrpSpPr>
        <p:grpSpPr>
          <a:xfrm>
            <a:off x="1245118" y="2358785"/>
            <a:ext cx="2773295" cy="1305435"/>
            <a:chOff x="933838" y="1769089"/>
            <a:chExt cx="2079971" cy="979076"/>
          </a:xfrm>
        </p:grpSpPr>
        <p:sp>
          <p:nvSpPr>
            <p:cNvPr id="436" name="Google Shape;436;p20"/>
            <p:cNvSpPr/>
            <p:nvPr/>
          </p:nvSpPr>
          <p:spPr>
            <a:xfrm>
              <a:off x="1033115" y="1787667"/>
              <a:ext cx="1980694" cy="960499"/>
            </a:xfrm>
            <a:custGeom>
              <a:avLst/>
              <a:gdLst/>
              <a:ahLst/>
              <a:cxnLst/>
              <a:rect l="l" t="t" r="r" b="b"/>
              <a:pathLst>
                <a:path w="51793" h="25116" extrusionOk="0">
                  <a:moveTo>
                    <a:pt x="33566" y="0"/>
                  </a:moveTo>
                  <a:cubicBezTo>
                    <a:pt x="33522" y="0"/>
                    <a:pt x="33478" y="1"/>
                    <a:pt x="33433" y="3"/>
                  </a:cubicBezTo>
                  <a:lnTo>
                    <a:pt x="3537" y="979"/>
                  </a:lnTo>
                  <a:cubicBezTo>
                    <a:pt x="1548" y="1050"/>
                    <a:pt x="0" y="2693"/>
                    <a:pt x="60" y="4646"/>
                  </a:cubicBezTo>
                  <a:lnTo>
                    <a:pt x="620" y="21684"/>
                  </a:lnTo>
                  <a:cubicBezTo>
                    <a:pt x="689" y="23604"/>
                    <a:pt x="2273" y="25115"/>
                    <a:pt x="4190" y="25115"/>
                  </a:cubicBezTo>
                  <a:cubicBezTo>
                    <a:pt x="4234" y="25115"/>
                    <a:pt x="4278" y="25114"/>
                    <a:pt x="4322" y="25113"/>
                  </a:cubicBezTo>
                  <a:lnTo>
                    <a:pt x="34231" y="24136"/>
                  </a:lnTo>
                  <a:cubicBezTo>
                    <a:pt x="36207" y="24065"/>
                    <a:pt x="37767" y="22422"/>
                    <a:pt x="37696" y="20469"/>
                  </a:cubicBezTo>
                  <a:lnTo>
                    <a:pt x="37636" y="18541"/>
                  </a:lnTo>
                  <a:cubicBezTo>
                    <a:pt x="37600" y="17409"/>
                    <a:pt x="38493" y="16469"/>
                    <a:pt x="39636" y="16433"/>
                  </a:cubicBezTo>
                  <a:lnTo>
                    <a:pt x="42982" y="16314"/>
                  </a:lnTo>
                  <a:cubicBezTo>
                    <a:pt x="43004" y="16313"/>
                    <a:pt x="43026" y="16313"/>
                    <a:pt x="43048" y="16313"/>
                  </a:cubicBezTo>
                  <a:cubicBezTo>
                    <a:pt x="43772" y="16313"/>
                    <a:pt x="44422" y="16689"/>
                    <a:pt x="44792" y="17267"/>
                  </a:cubicBezTo>
                  <a:cubicBezTo>
                    <a:pt x="45460" y="18280"/>
                    <a:pt x="46628" y="18948"/>
                    <a:pt x="47943" y="18948"/>
                  </a:cubicBezTo>
                  <a:cubicBezTo>
                    <a:pt x="47988" y="18948"/>
                    <a:pt x="48033" y="18947"/>
                    <a:pt x="48078" y="18945"/>
                  </a:cubicBezTo>
                  <a:cubicBezTo>
                    <a:pt x="50162" y="18886"/>
                    <a:pt x="51793" y="17159"/>
                    <a:pt x="51721" y="15100"/>
                  </a:cubicBezTo>
                  <a:cubicBezTo>
                    <a:pt x="51663" y="13084"/>
                    <a:pt x="49985" y="11490"/>
                    <a:pt x="47961" y="11490"/>
                  </a:cubicBezTo>
                  <a:cubicBezTo>
                    <a:pt x="47916" y="11490"/>
                    <a:pt x="47872" y="11491"/>
                    <a:pt x="47828" y="11492"/>
                  </a:cubicBezTo>
                  <a:cubicBezTo>
                    <a:pt x="46459" y="11540"/>
                    <a:pt x="45292" y="12290"/>
                    <a:pt x="44661" y="13397"/>
                  </a:cubicBezTo>
                  <a:cubicBezTo>
                    <a:pt x="44327" y="14004"/>
                    <a:pt x="43673" y="14433"/>
                    <a:pt x="42911" y="14457"/>
                  </a:cubicBezTo>
                  <a:lnTo>
                    <a:pt x="39577" y="14564"/>
                  </a:lnTo>
                  <a:cubicBezTo>
                    <a:pt x="39554" y="14565"/>
                    <a:pt x="39532" y="14565"/>
                    <a:pt x="39510" y="14565"/>
                  </a:cubicBezTo>
                  <a:cubicBezTo>
                    <a:pt x="38397" y="14565"/>
                    <a:pt x="37480" y="13696"/>
                    <a:pt x="37434" y="12587"/>
                  </a:cubicBezTo>
                  <a:lnTo>
                    <a:pt x="37136" y="3432"/>
                  </a:lnTo>
                  <a:cubicBezTo>
                    <a:pt x="37078" y="1511"/>
                    <a:pt x="35484" y="0"/>
                    <a:pt x="33566" y="0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933838" y="2025120"/>
              <a:ext cx="177598" cy="256034"/>
            </a:xfrm>
            <a:custGeom>
              <a:avLst/>
              <a:gdLst/>
              <a:ahLst/>
              <a:cxnLst/>
              <a:rect l="l" t="t" r="r" b="b"/>
              <a:pathLst>
                <a:path w="4644" h="6013" extrusionOk="0">
                  <a:moveTo>
                    <a:pt x="3001" y="0"/>
                  </a:moveTo>
                  <a:cubicBezTo>
                    <a:pt x="2168" y="0"/>
                    <a:pt x="1417" y="346"/>
                    <a:pt x="882" y="881"/>
                  </a:cubicBezTo>
                  <a:cubicBezTo>
                    <a:pt x="334" y="1429"/>
                    <a:pt x="1" y="2179"/>
                    <a:pt x="1" y="3013"/>
                  </a:cubicBezTo>
                  <a:cubicBezTo>
                    <a:pt x="1" y="4668"/>
                    <a:pt x="1346" y="6013"/>
                    <a:pt x="3001" y="6013"/>
                  </a:cubicBezTo>
                  <a:lnTo>
                    <a:pt x="4644" y="6013"/>
                  </a:lnTo>
                  <a:lnTo>
                    <a:pt x="4644" y="0"/>
                  </a:lnTo>
                  <a:close/>
                </a:path>
              </a:pathLst>
            </a:custGeom>
            <a:solidFill>
              <a:srgbClr val="268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1071816" y="1769540"/>
              <a:ext cx="1939277" cy="923442"/>
            </a:xfrm>
            <a:custGeom>
              <a:avLst/>
              <a:gdLst/>
              <a:ahLst/>
              <a:cxnLst/>
              <a:rect l="l" t="t" r="r" b="b"/>
              <a:pathLst>
                <a:path w="50710" h="24147" extrusionOk="0">
                  <a:moveTo>
                    <a:pt x="3549" y="0"/>
                  </a:moveTo>
                  <a:cubicBezTo>
                    <a:pt x="1584" y="0"/>
                    <a:pt x="1" y="1596"/>
                    <a:pt x="1" y="3548"/>
                  </a:cubicBezTo>
                  <a:lnTo>
                    <a:pt x="1" y="20598"/>
                  </a:lnTo>
                  <a:cubicBezTo>
                    <a:pt x="1" y="22563"/>
                    <a:pt x="1584" y="24146"/>
                    <a:pt x="3549" y="24146"/>
                  </a:cubicBezTo>
                  <a:lnTo>
                    <a:pt x="33124" y="24146"/>
                  </a:lnTo>
                  <a:cubicBezTo>
                    <a:pt x="35088" y="24146"/>
                    <a:pt x="36684" y="22563"/>
                    <a:pt x="36684" y="20598"/>
                  </a:cubicBezTo>
                  <a:lnTo>
                    <a:pt x="36684" y="18669"/>
                  </a:lnTo>
                  <a:cubicBezTo>
                    <a:pt x="36684" y="17538"/>
                    <a:pt x="37600" y="16621"/>
                    <a:pt x="38720" y="16621"/>
                  </a:cubicBezTo>
                  <a:lnTo>
                    <a:pt x="42030" y="16621"/>
                  </a:lnTo>
                  <a:cubicBezTo>
                    <a:pt x="42780" y="16621"/>
                    <a:pt x="43435" y="17026"/>
                    <a:pt x="43792" y="17633"/>
                  </a:cubicBezTo>
                  <a:cubicBezTo>
                    <a:pt x="44447" y="18705"/>
                    <a:pt x="45625" y="19419"/>
                    <a:pt x="46983" y="19419"/>
                  </a:cubicBezTo>
                  <a:cubicBezTo>
                    <a:pt x="49042" y="19419"/>
                    <a:pt x="50709" y="17753"/>
                    <a:pt x="50709" y="15693"/>
                  </a:cubicBezTo>
                  <a:cubicBezTo>
                    <a:pt x="50709" y="13633"/>
                    <a:pt x="49042" y="11954"/>
                    <a:pt x="46983" y="11954"/>
                  </a:cubicBezTo>
                  <a:cubicBezTo>
                    <a:pt x="45625" y="11954"/>
                    <a:pt x="44447" y="12680"/>
                    <a:pt x="43792" y="13752"/>
                  </a:cubicBezTo>
                  <a:cubicBezTo>
                    <a:pt x="43435" y="14359"/>
                    <a:pt x="42780" y="14764"/>
                    <a:pt x="42030" y="14764"/>
                  </a:cubicBezTo>
                  <a:lnTo>
                    <a:pt x="38720" y="14764"/>
                  </a:lnTo>
                  <a:cubicBezTo>
                    <a:pt x="37600" y="14764"/>
                    <a:pt x="36684" y="13847"/>
                    <a:pt x="36684" y="12716"/>
                  </a:cubicBezTo>
                  <a:lnTo>
                    <a:pt x="36684" y="3548"/>
                  </a:lnTo>
                  <a:cubicBezTo>
                    <a:pt x="36684" y="1596"/>
                    <a:pt x="35088" y="0"/>
                    <a:pt x="33124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2752419" y="2253534"/>
              <a:ext cx="232247" cy="232247"/>
            </a:xfrm>
            <a:custGeom>
              <a:avLst/>
              <a:gdLst/>
              <a:ahLst/>
              <a:cxnLst/>
              <a:rect l="l" t="t" r="r" b="b"/>
              <a:pathLst>
                <a:path w="6073" h="6073" extrusionOk="0">
                  <a:moveTo>
                    <a:pt x="3037" y="1"/>
                  </a:moveTo>
                  <a:cubicBezTo>
                    <a:pt x="1358" y="1"/>
                    <a:pt x="0" y="1358"/>
                    <a:pt x="0" y="3037"/>
                  </a:cubicBezTo>
                  <a:cubicBezTo>
                    <a:pt x="0" y="4716"/>
                    <a:pt x="1358" y="6073"/>
                    <a:pt x="3037" y="6073"/>
                  </a:cubicBezTo>
                  <a:cubicBezTo>
                    <a:pt x="4715" y="6073"/>
                    <a:pt x="6073" y="4716"/>
                    <a:pt x="6073" y="3037"/>
                  </a:cubicBezTo>
                  <a:cubicBezTo>
                    <a:pt x="6073" y="1358"/>
                    <a:pt x="4715" y="1"/>
                    <a:pt x="3037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935214" y="1799534"/>
              <a:ext cx="1606414" cy="368572"/>
            </a:xfrm>
            <a:custGeom>
              <a:avLst/>
              <a:gdLst/>
              <a:ahLst/>
              <a:cxnLst/>
              <a:rect l="l" t="t" r="r" b="b"/>
              <a:pathLst>
                <a:path w="42006" h="8656" extrusionOk="0">
                  <a:moveTo>
                    <a:pt x="3001" y="0"/>
                  </a:moveTo>
                  <a:cubicBezTo>
                    <a:pt x="2168" y="0"/>
                    <a:pt x="1417" y="333"/>
                    <a:pt x="882" y="881"/>
                  </a:cubicBezTo>
                  <a:cubicBezTo>
                    <a:pt x="334" y="1429"/>
                    <a:pt x="1" y="2179"/>
                    <a:pt x="1" y="3012"/>
                  </a:cubicBezTo>
                  <a:lnTo>
                    <a:pt x="1" y="8311"/>
                  </a:lnTo>
                  <a:lnTo>
                    <a:pt x="24" y="8656"/>
                  </a:lnTo>
                  <a:cubicBezTo>
                    <a:pt x="108" y="7977"/>
                    <a:pt x="417" y="7358"/>
                    <a:pt x="882" y="6894"/>
                  </a:cubicBezTo>
                  <a:cubicBezTo>
                    <a:pt x="1417" y="6346"/>
                    <a:pt x="2168" y="6013"/>
                    <a:pt x="3001" y="6013"/>
                  </a:cubicBezTo>
                  <a:lnTo>
                    <a:pt x="39006" y="6013"/>
                  </a:lnTo>
                  <a:cubicBezTo>
                    <a:pt x="40660" y="6013"/>
                    <a:pt x="42006" y="4667"/>
                    <a:pt x="42006" y="3012"/>
                  </a:cubicBezTo>
                  <a:cubicBezTo>
                    <a:pt x="42006" y="2881"/>
                    <a:pt x="42006" y="2774"/>
                    <a:pt x="41982" y="2655"/>
                  </a:cubicBezTo>
                  <a:cubicBezTo>
                    <a:pt x="41815" y="1155"/>
                    <a:pt x="40541" y="0"/>
                    <a:pt x="39006" y="0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935214" y="1769089"/>
              <a:ext cx="1606414" cy="384327"/>
            </a:xfrm>
            <a:custGeom>
              <a:avLst/>
              <a:gdLst/>
              <a:ahLst/>
              <a:cxnLst/>
              <a:rect l="l" t="t" r="r" b="b"/>
              <a:pathLst>
                <a:path w="42006" h="9026" extrusionOk="0">
                  <a:moveTo>
                    <a:pt x="3001" y="1"/>
                  </a:moveTo>
                  <a:cubicBezTo>
                    <a:pt x="2168" y="1"/>
                    <a:pt x="1417" y="334"/>
                    <a:pt x="882" y="882"/>
                  </a:cubicBezTo>
                  <a:cubicBezTo>
                    <a:pt x="334" y="1429"/>
                    <a:pt x="1" y="2179"/>
                    <a:pt x="1" y="3013"/>
                  </a:cubicBezTo>
                  <a:lnTo>
                    <a:pt x="1" y="9026"/>
                  </a:lnTo>
                  <a:cubicBezTo>
                    <a:pt x="1" y="8192"/>
                    <a:pt x="334" y="7442"/>
                    <a:pt x="882" y="6894"/>
                  </a:cubicBezTo>
                  <a:cubicBezTo>
                    <a:pt x="1417" y="6359"/>
                    <a:pt x="2168" y="6013"/>
                    <a:pt x="3001" y="6013"/>
                  </a:cubicBezTo>
                  <a:lnTo>
                    <a:pt x="39006" y="6013"/>
                  </a:lnTo>
                  <a:cubicBezTo>
                    <a:pt x="40660" y="6013"/>
                    <a:pt x="42006" y="4668"/>
                    <a:pt x="42006" y="3013"/>
                  </a:cubicBezTo>
                  <a:cubicBezTo>
                    <a:pt x="42006" y="1346"/>
                    <a:pt x="40660" y="1"/>
                    <a:pt x="39006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2" name="Google Shape;442;p20"/>
            <p:cNvSpPr txBox="1"/>
            <p:nvPr/>
          </p:nvSpPr>
          <p:spPr>
            <a:xfrm>
              <a:off x="1081172" y="2097663"/>
              <a:ext cx="1390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" sz="1600" dirty="0">
                  <a:solidFill>
                    <a:srgbClr val="434343"/>
                  </a:solidFill>
                  <a:latin typeface="Roboto"/>
                  <a:ea typeface="Roboto"/>
                  <a:cs typeface="Roboto"/>
                </a:rPr>
                <a:t>Continue development, testing and start report</a:t>
              </a:r>
            </a:p>
          </p:txBody>
        </p:sp>
        <p:sp>
          <p:nvSpPr>
            <p:cNvPr id="443" name="Google Shape;443;p20"/>
            <p:cNvSpPr txBox="1"/>
            <p:nvPr/>
          </p:nvSpPr>
          <p:spPr>
            <a:xfrm>
              <a:off x="1071825" y="1769313"/>
              <a:ext cx="1469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5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January</a:t>
              </a:r>
              <a:endParaRPr sz="2489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44" name="Google Shape;444;p20"/>
          <p:cNvGrpSpPr/>
          <p:nvPr/>
        </p:nvGrpSpPr>
        <p:grpSpPr>
          <a:xfrm>
            <a:off x="1245118" y="4007628"/>
            <a:ext cx="2773295" cy="1305395"/>
            <a:chOff x="933838" y="3005721"/>
            <a:chExt cx="2079971" cy="979046"/>
          </a:xfrm>
        </p:grpSpPr>
        <p:sp>
          <p:nvSpPr>
            <p:cNvPr id="445" name="Google Shape;445;p20"/>
            <p:cNvSpPr/>
            <p:nvPr/>
          </p:nvSpPr>
          <p:spPr>
            <a:xfrm>
              <a:off x="1033115" y="3023886"/>
              <a:ext cx="1980694" cy="960881"/>
            </a:xfrm>
            <a:custGeom>
              <a:avLst/>
              <a:gdLst/>
              <a:ahLst/>
              <a:cxnLst/>
              <a:rect l="l" t="t" r="r" b="b"/>
              <a:pathLst>
                <a:path w="51793" h="25126" extrusionOk="0">
                  <a:moveTo>
                    <a:pt x="33544" y="0"/>
                  </a:moveTo>
                  <a:cubicBezTo>
                    <a:pt x="33507" y="0"/>
                    <a:pt x="33470" y="1"/>
                    <a:pt x="33433" y="2"/>
                  </a:cubicBezTo>
                  <a:lnTo>
                    <a:pt x="3537" y="990"/>
                  </a:lnTo>
                  <a:cubicBezTo>
                    <a:pt x="1548" y="1050"/>
                    <a:pt x="0" y="2693"/>
                    <a:pt x="60" y="4657"/>
                  </a:cubicBezTo>
                  <a:lnTo>
                    <a:pt x="620" y="21695"/>
                  </a:lnTo>
                  <a:cubicBezTo>
                    <a:pt x="690" y="23611"/>
                    <a:pt x="2284" y="25126"/>
                    <a:pt x="4211" y="25126"/>
                  </a:cubicBezTo>
                  <a:cubicBezTo>
                    <a:pt x="4248" y="25126"/>
                    <a:pt x="4285" y="25125"/>
                    <a:pt x="4322" y="25124"/>
                  </a:cubicBezTo>
                  <a:lnTo>
                    <a:pt x="34231" y="24136"/>
                  </a:lnTo>
                  <a:cubicBezTo>
                    <a:pt x="36207" y="24076"/>
                    <a:pt x="37767" y="22433"/>
                    <a:pt x="37696" y="20469"/>
                  </a:cubicBezTo>
                  <a:lnTo>
                    <a:pt x="37636" y="18540"/>
                  </a:lnTo>
                  <a:cubicBezTo>
                    <a:pt x="37600" y="17409"/>
                    <a:pt x="38493" y="16468"/>
                    <a:pt x="39636" y="16433"/>
                  </a:cubicBezTo>
                  <a:lnTo>
                    <a:pt x="42982" y="16325"/>
                  </a:lnTo>
                  <a:cubicBezTo>
                    <a:pt x="43004" y="16325"/>
                    <a:pt x="43026" y="16324"/>
                    <a:pt x="43049" y="16324"/>
                  </a:cubicBezTo>
                  <a:cubicBezTo>
                    <a:pt x="43772" y="16324"/>
                    <a:pt x="44422" y="16700"/>
                    <a:pt x="44792" y="17266"/>
                  </a:cubicBezTo>
                  <a:cubicBezTo>
                    <a:pt x="45460" y="18291"/>
                    <a:pt x="46628" y="18959"/>
                    <a:pt x="47943" y="18959"/>
                  </a:cubicBezTo>
                  <a:cubicBezTo>
                    <a:pt x="47988" y="18959"/>
                    <a:pt x="48033" y="18958"/>
                    <a:pt x="48078" y="18957"/>
                  </a:cubicBezTo>
                  <a:cubicBezTo>
                    <a:pt x="50162" y="18885"/>
                    <a:pt x="51793" y="17159"/>
                    <a:pt x="51721" y="15099"/>
                  </a:cubicBezTo>
                  <a:cubicBezTo>
                    <a:pt x="51663" y="13076"/>
                    <a:pt x="49974" y="11490"/>
                    <a:pt x="47940" y="11490"/>
                  </a:cubicBezTo>
                  <a:cubicBezTo>
                    <a:pt x="47903" y="11490"/>
                    <a:pt x="47865" y="11490"/>
                    <a:pt x="47828" y="11491"/>
                  </a:cubicBezTo>
                  <a:cubicBezTo>
                    <a:pt x="46459" y="11539"/>
                    <a:pt x="45292" y="12301"/>
                    <a:pt x="44661" y="13396"/>
                  </a:cubicBezTo>
                  <a:cubicBezTo>
                    <a:pt x="44327" y="14004"/>
                    <a:pt x="43673" y="14432"/>
                    <a:pt x="42911" y="14456"/>
                  </a:cubicBezTo>
                  <a:lnTo>
                    <a:pt x="39577" y="14575"/>
                  </a:lnTo>
                  <a:cubicBezTo>
                    <a:pt x="39555" y="14576"/>
                    <a:pt x="39533" y="14576"/>
                    <a:pt x="39511" y="14576"/>
                  </a:cubicBezTo>
                  <a:cubicBezTo>
                    <a:pt x="38397" y="14576"/>
                    <a:pt x="37480" y="13696"/>
                    <a:pt x="37434" y="12599"/>
                  </a:cubicBezTo>
                  <a:lnTo>
                    <a:pt x="37136" y="3431"/>
                  </a:lnTo>
                  <a:cubicBezTo>
                    <a:pt x="37078" y="1515"/>
                    <a:pt x="35472" y="0"/>
                    <a:pt x="33544" y="0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933838" y="3261739"/>
              <a:ext cx="177598" cy="256061"/>
            </a:xfrm>
            <a:custGeom>
              <a:avLst/>
              <a:gdLst/>
              <a:ahLst/>
              <a:cxnLst/>
              <a:rect l="l" t="t" r="r" b="b"/>
              <a:pathLst>
                <a:path w="4644" h="6014" extrusionOk="0">
                  <a:moveTo>
                    <a:pt x="3001" y="1"/>
                  </a:moveTo>
                  <a:cubicBezTo>
                    <a:pt x="2168" y="1"/>
                    <a:pt x="1417" y="334"/>
                    <a:pt x="882" y="882"/>
                  </a:cubicBezTo>
                  <a:cubicBezTo>
                    <a:pt x="334" y="1417"/>
                    <a:pt x="1" y="2179"/>
                    <a:pt x="1" y="3001"/>
                  </a:cubicBezTo>
                  <a:cubicBezTo>
                    <a:pt x="1" y="4668"/>
                    <a:pt x="1346" y="6013"/>
                    <a:pt x="3001" y="6013"/>
                  </a:cubicBezTo>
                  <a:lnTo>
                    <a:pt x="4644" y="6013"/>
                  </a:lnTo>
                  <a:lnTo>
                    <a:pt x="4644" y="1"/>
                  </a:lnTo>
                  <a:close/>
                </a:path>
              </a:pathLst>
            </a:custGeom>
            <a:solidFill>
              <a:srgbClr val="CF121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1071816" y="3005721"/>
              <a:ext cx="1939277" cy="923901"/>
            </a:xfrm>
            <a:custGeom>
              <a:avLst/>
              <a:gdLst/>
              <a:ahLst/>
              <a:cxnLst/>
              <a:rect l="l" t="t" r="r" b="b"/>
              <a:pathLst>
                <a:path w="50710" h="24159" extrusionOk="0">
                  <a:moveTo>
                    <a:pt x="3549" y="1"/>
                  </a:moveTo>
                  <a:cubicBezTo>
                    <a:pt x="1584" y="1"/>
                    <a:pt x="1" y="1596"/>
                    <a:pt x="1" y="3561"/>
                  </a:cubicBezTo>
                  <a:lnTo>
                    <a:pt x="1" y="20610"/>
                  </a:lnTo>
                  <a:cubicBezTo>
                    <a:pt x="1" y="22563"/>
                    <a:pt x="1584" y="24158"/>
                    <a:pt x="3549" y="24158"/>
                  </a:cubicBezTo>
                  <a:lnTo>
                    <a:pt x="33124" y="24158"/>
                  </a:lnTo>
                  <a:cubicBezTo>
                    <a:pt x="35088" y="24158"/>
                    <a:pt x="36684" y="22563"/>
                    <a:pt x="36684" y="20610"/>
                  </a:cubicBezTo>
                  <a:lnTo>
                    <a:pt x="36684" y="18670"/>
                  </a:lnTo>
                  <a:cubicBezTo>
                    <a:pt x="36684" y="17550"/>
                    <a:pt x="37600" y="16634"/>
                    <a:pt x="38720" y="16634"/>
                  </a:cubicBezTo>
                  <a:lnTo>
                    <a:pt x="42030" y="16634"/>
                  </a:lnTo>
                  <a:cubicBezTo>
                    <a:pt x="42780" y="16634"/>
                    <a:pt x="43435" y="17039"/>
                    <a:pt x="43792" y="17634"/>
                  </a:cubicBezTo>
                  <a:cubicBezTo>
                    <a:pt x="44447" y="18705"/>
                    <a:pt x="45625" y="19432"/>
                    <a:pt x="46983" y="19432"/>
                  </a:cubicBezTo>
                  <a:cubicBezTo>
                    <a:pt x="49042" y="19432"/>
                    <a:pt x="50709" y="17765"/>
                    <a:pt x="50709" y="15693"/>
                  </a:cubicBezTo>
                  <a:cubicBezTo>
                    <a:pt x="50709" y="13633"/>
                    <a:pt x="49042" y="11966"/>
                    <a:pt x="46983" y="11966"/>
                  </a:cubicBezTo>
                  <a:cubicBezTo>
                    <a:pt x="45625" y="11966"/>
                    <a:pt x="44447" y="12693"/>
                    <a:pt x="43792" y="13764"/>
                  </a:cubicBezTo>
                  <a:cubicBezTo>
                    <a:pt x="43435" y="14360"/>
                    <a:pt x="42780" y="14764"/>
                    <a:pt x="42030" y="14764"/>
                  </a:cubicBezTo>
                  <a:lnTo>
                    <a:pt x="38720" y="14764"/>
                  </a:lnTo>
                  <a:cubicBezTo>
                    <a:pt x="37600" y="14764"/>
                    <a:pt x="36684" y="13848"/>
                    <a:pt x="36684" y="12728"/>
                  </a:cubicBezTo>
                  <a:lnTo>
                    <a:pt x="36684" y="3561"/>
                  </a:lnTo>
                  <a:cubicBezTo>
                    <a:pt x="36684" y="1596"/>
                    <a:pt x="35088" y="1"/>
                    <a:pt x="33124" y="1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2752419" y="3489753"/>
              <a:ext cx="232247" cy="232706"/>
            </a:xfrm>
            <a:custGeom>
              <a:avLst/>
              <a:gdLst/>
              <a:ahLst/>
              <a:cxnLst/>
              <a:rect l="l" t="t" r="r" b="b"/>
              <a:pathLst>
                <a:path w="6073" h="6085" extrusionOk="0">
                  <a:moveTo>
                    <a:pt x="3037" y="0"/>
                  </a:moveTo>
                  <a:cubicBezTo>
                    <a:pt x="1358" y="0"/>
                    <a:pt x="0" y="1369"/>
                    <a:pt x="0" y="3036"/>
                  </a:cubicBezTo>
                  <a:cubicBezTo>
                    <a:pt x="0" y="4715"/>
                    <a:pt x="1358" y="6084"/>
                    <a:pt x="3037" y="6084"/>
                  </a:cubicBezTo>
                  <a:cubicBezTo>
                    <a:pt x="4715" y="6084"/>
                    <a:pt x="6073" y="4715"/>
                    <a:pt x="6073" y="3036"/>
                  </a:cubicBezTo>
                  <a:cubicBezTo>
                    <a:pt x="6073" y="1369"/>
                    <a:pt x="4715" y="0"/>
                    <a:pt x="30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935214" y="3035660"/>
              <a:ext cx="1606414" cy="369104"/>
            </a:xfrm>
            <a:custGeom>
              <a:avLst/>
              <a:gdLst/>
              <a:ahLst/>
              <a:cxnLst/>
              <a:rect l="l" t="t" r="r" b="b"/>
              <a:pathLst>
                <a:path w="42006" h="8669" extrusionOk="0">
                  <a:moveTo>
                    <a:pt x="3001" y="0"/>
                  </a:moveTo>
                  <a:cubicBezTo>
                    <a:pt x="2168" y="0"/>
                    <a:pt x="1417" y="346"/>
                    <a:pt x="882" y="881"/>
                  </a:cubicBezTo>
                  <a:cubicBezTo>
                    <a:pt x="334" y="1429"/>
                    <a:pt x="1" y="2179"/>
                    <a:pt x="1" y="3013"/>
                  </a:cubicBezTo>
                  <a:lnTo>
                    <a:pt x="1" y="8311"/>
                  </a:lnTo>
                  <a:lnTo>
                    <a:pt x="24" y="8668"/>
                  </a:lnTo>
                  <a:cubicBezTo>
                    <a:pt x="108" y="7978"/>
                    <a:pt x="417" y="7370"/>
                    <a:pt x="882" y="6894"/>
                  </a:cubicBezTo>
                  <a:cubicBezTo>
                    <a:pt x="1417" y="6358"/>
                    <a:pt x="2168" y="6013"/>
                    <a:pt x="3001" y="6013"/>
                  </a:cubicBezTo>
                  <a:lnTo>
                    <a:pt x="39006" y="6013"/>
                  </a:lnTo>
                  <a:cubicBezTo>
                    <a:pt x="40660" y="6013"/>
                    <a:pt x="42006" y="4668"/>
                    <a:pt x="42006" y="3013"/>
                  </a:cubicBezTo>
                  <a:cubicBezTo>
                    <a:pt x="42006" y="2894"/>
                    <a:pt x="42006" y="2775"/>
                    <a:pt x="41982" y="2655"/>
                  </a:cubicBezTo>
                  <a:cubicBezTo>
                    <a:pt x="41815" y="1167"/>
                    <a:pt x="40541" y="0"/>
                    <a:pt x="39006" y="0"/>
                  </a:cubicBezTo>
                  <a:close/>
                </a:path>
              </a:pathLst>
            </a:custGeom>
            <a:solidFill>
              <a:srgbClr val="B7B7B7">
                <a:alpha val="553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935214" y="3005729"/>
              <a:ext cx="1606414" cy="383794"/>
            </a:xfrm>
            <a:custGeom>
              <a:avLst/>
              <a:gdLst/>
              <a:ahLst/>
              <a:cxnLst/>
              <a:rect l="l" t="t" r="r" b="b"/>
              <a:pathLst>
                <a:path w="42006" h="9014" extrusionOk="0">
                  <a:moveTo>
                    <a:pt x="3001" y="1"/>
                  </a:moveTo>
                  <a:cubicBezTo>
                    <a:pt x="2168" y="1"/>
                    <a:pt x="1417" y="334"/>
                    <a:pt x="882" y="882"/>
                  </a:cubicBezTo>
                  <a:cubicBezTo>
                    <a:pt x="334" y="1418"/>
                    <a:pt x="1" y="2168"/>
                    <a:pt x="1" y="3001"/>
                  </a:cubicBezTo>
                  <a:lnTo>
                    <a:pt x="1" y="9014"/>
                  </a:lnTo>
                  <a:cubicBezTo>
                    <a:pt x="1" y="8192"/>
                    <a:pt x="334" y="7430"/>
                    <a:pt x="882" y="6895"/>
                  </a:cubicBezTo>
                  <a:cubicBezTo>
                    <a:pt x="1417" y="6347"/>
                    <a:pt x="2168" y="6014"/>
                    <a:pt x="3001" y="6014"/>
                  </a:cubicBezTo>
                  <a:lnTo>
                    <a:pt x="39006" y="6014"/>
                  </a:lnTo>
                  <a:cubicBezTo>
                    <a:pt x="40660" y="6014"/>
                    <a:pt x="42006" y="4668"/>
                    <a:pt x="42006" y="3001"/>
                  </a:cubicBezTo>
                  <a:cubicBezTo>
                    <a:pt x="42006" y="1346"/>
                    <a:pt x="40660" y="1"/>
                    <a:pt x="390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51" name="Google Shape;451;p20"/>
            <p:cNvSpPr txBox="1"/>
            <p:nvPr/>
          </p:nvSpPr>
          <p:spPr>
            <a:xfrm>
              <a:off x="1081172" y="3338113"/>
              <a:ext cx="1390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" sz="16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Finalize web app, demo, fulfilling project  requirements</a:t>
              </a:r>
              <a:endParaRPr lang="en-US" dirty="0"/>
            </a:p>
          </p:txBody>
        </p:sp>
        <p:sp>
          <p:nvSpPr>
            <p:cNvPr id="452" name="Google Shape;452;p20"/>
            <p:cNvSpPr txBox="1"/>
            <p:nvPr/>
          </p:nvSpPr>
          <p:spPr>
            <a:xfrm>
              <a:off x="1071825" y="3005788"/>
              <a:ext cx="1469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5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March</a:t>
              </a:r>
              <a:endParaRPr sz="2489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E920FA-1808-47D5-5BF3-9B92D5490683}"/>
              </a:ext>
            </a:extLst>
          </p:cNvPr>
          <p:cNvSpPr txBox="1"/>
          <p:nvPr/>
        </p:nvSpPr>
        <p:spPr>
          <a:xfrm>
            <a:off x="6715124" y="1654968"/>
            <a:ext cx="4738687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Project Timeline: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Development and testing occur simultaneously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Minimum of 5 participants per cycle</a:t>
            </a:r>
          </a:p>
          <a:p>
            <a:pPr marL="457200" indent="-457200">
              <a:buFont typeface="Arial"/>
              <a:buChar char="•"/>
            </a:pPr>
            <a:endParaRPr lang="en-US" sz="2400" dirty="0"/>
          </a:p>
          <a:p>
            <a:pPr marL="457200" indent="-457200">
              <a:buFont typeface="Arial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1757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F80A-B79E-36E0-2A24-810D64CE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FC078-9312-3179-B424-1898989A1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HSE: </a:t>
            </a:r>
            <a:r>
              <a:rPr lang="en-US" dirty="0">
                <a:ea typeface="+mn-lt"/>
                <a:cs typeface="+mn-lt"/>
                <a:hlinkClick r:id="rId2"/>
              </a:rPr>
              <a:t>https://www2.hse.ie/mental-health/</a:t>
            </a:r>
            <a:endParaRPr lang="en-US">
              <a:ea typeface="+mn-lt"/>
              <a:cs typeface="+mn-lt"/>
            </a:endParaRPr>
          </a:p>
          <a:p>
            <a:r>
              <a:rPr lang="en-US"/>
              <a:t>Arousa-Valence Model of Emotions: </a:t>
            </a:r>
            <a:r>
              <a:rPr lang="en-US" dirty="0">
                <a:ea typeface="+mn-lt"/>
                <a:cs typeface="+mn-lt"/>
                <a:hlinkClick r:id="rId3"/>
              </a:rPr>
              <a:t>https://neurodivergentinsights.com/arousal-valence-model/?srsltid=AfmBOopN-Lj6vfL9lLuqZlkzKVzjKRhhmvpsYr5TnDEkXaMdsLIMKpaa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56284-EC82-9A49-7B73-2A55B44A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85269-F73D-483E-8172-6A9319C6BECE}" type="datetime1"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68851-6838-60D0-5AFE-BB94B1A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CDBC8-5189-2EC2-5858-5B4463E5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330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69D2-3E92-81BA-753D-A02947C9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listening.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EDCE5-4A6F-E4D9-19B5-56C08471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247F-35E6-4433-AF0F-8FC876B588E1}" type="datetime1">
              <a:t>11/25/2025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7B92F-7BC3-E91D-CB6A-C76AB0C6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70511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C63A08AD6FDE48BFBC700389A12EBE" ma:contentTypeVersion="14" ma:contentTypeDescription="Create a new document." ma:contentTypeScope="" ma:versionID="8bc9afa94a627adb764b12cce0ec3600">
  <xsd:schema xmlns:xsd="http://www.w3.org/2001/XMLSchema" xmlns:xs="http://www.w3.org/2001/XMLSchema" xmlns:p="http://schemas.microsoft.com/office/2006/metadata/properties" xmlns:ns3="5129fd1c-84fb-48d0-bbdf-3d2fe838c555" xmlns:ns4="43069d1a-f82d-4d98-9767-dcfb76932576" targetNamespace="http://schemas.microsoft.com/office/2006/metadata/properties" ma:root="true" ma:fieldsID="c54dc557335b3bac268e154560c34c92" ns3:_="" ns4:_="">
    <xsd:import namespace="5129fd1c-84fb-48d0-bbdf-3d2fe838c555"/>
    <xsd:import namespace="43069d1a-f82d-4d98-9767-dcfb769325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29fd1c-84fb-48d0-bbdf-3d2fe838c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069d1a-f82d-4d98-9767-dcfb7693257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AAD922-5FBA-439A-B9DE-AA772824D397}">
  <ds:schemaRefs>
    <ds:schemaRef ds:uri="43069d1a-f82d-4d98-9767-dcfb76932576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5129fd1c-84fb-48d0-bbdf-3d2fe838c555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4A34BD9-A073-4B37-8958-C78CD21E0E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66BD8B-E586-4DF4-8224-C187776220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29fd1c-84fb-48d0-bbdf-3d2fe838c555"/>
    <ds:schemaRef ds:uri="43069d1a-f82d-4d98-9767-dcfb769325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282</Words>
  <Application>Microsoft Office PowerPoint</Application>
  <PresentationFormat>Widescreen</PresentationFormat>
  <Paragraphs>89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AccentBoxVTI</vt:lpstr>
      <vt:lpstr>Mental Health Tracker Web App</vt:lpstr>
      <vt:lpstr>Contents</vt:lpstr>
      <vt:lpstr>Background</vt:lpstr>
      <vt:lpstr>Headspace</vt:lpstr>
      <vt:lpstr>Mental Health Journal</vt:lpstr>
      <vt:lpstr>Background</vt:lpstr>
      <vt:lpstr>Objectives</vt:lpstr>
      <vt:lpstr>Methods</vt:lpstr>
      <vt:lpstr>Methods</vt:lpstr>
      <vt:lpstr>Some work to date</vt:lpstr>
      <vt:lpstr>Expected results</vt:lpstr>
      <vt:lpstr>Expected impact</vt:lpstr>
      <vt:lpstr>PowerPoint Presentation</vt:lpstr>
      <vt:lpstr>References</vt:lpstr>
      <vt:lpstr>Thanks for listening.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Lilian.MottiAder</dc:creator>
  <cp:lastModifiedBy>Lilian.MottiAder</cp:lastModifiedBy>
  <cp:revision>561</cp:revision>
  <dcterms:created xsi:type="dcterms:W3CDTF">2022-10-04T08:32:35Z</dcterms:created>
  <dcterms:modified xsi:type="dcterms:W3CDTF">2025-11-25T17:15:30Z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0x010100A7C63A08AD6FDE48BFBC700389A12EBE</vt:lpwstr>
  </property>
</Properties>
</file>